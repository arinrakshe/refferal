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26_2F4ADEFF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</p:sldMasterIdLst>
  <p:notesMasterIdLst>
    <p:notesMasterId r:id="rId8"/>
  </p:notesMasterIdLst>
  <p:sldIdLst>
    <p:sldId id="257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40F2B3-DF97-CA55-ACD7-5FE53E854E5D}" name="Pratik Patel" initials="" userId="S::prapatel@athenahealth.com::591dd39c-9997-4b42-9ebb-871daaa3d855" providerId="AD"/>
  <p188:author id="{D68A45E9-F536-BC20-980F-B1CA1266456F}" name="Alicia Wing" initials="AW" userId="S::awing@athenahealth.com::7afb0306-c4d8-443b-b5ef-cfee16e8c2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3E8CA-30D6-5A6B-AE01-5A77F5572AC3}" v="1" dt="2026-05-27T14:59:30.129"/>
    <p1510:client id="{5D32F57E-B7EF-0E4A-BEE2-0D5B76A0C218}" v="40" dt="2026-05-27T15:01:35.050"/>
    <p1510:client id="{C4A49889-189E-A1F9-D080-49F7415FF2A8}" v="1" dt="2026-05-27T14:59:14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Patel" userId="591dd39c-9997-4b42-9ebb-871daaa3d855" providerId="ADAL" clId="{1A86940E-85D0-5261-99A3-79AE633D84BB}"/>
    <pc:docChg chg="custSel addSld delSld modSld">
      <pc:chgData name="Pratik Patel" userId="591dd39c-9997-4b42-9ebb-871daaa3d855" providerId="ADAL" clId="{1A86940E-85D0-5261-99A3-79AE633D84BB}" dt="2026-05-27T15:01:35.050" v="37" actId="478"/>
      <pc:docMkLst>
        <pc:docMk/>
      </pc:docMkLst>
      <pc:sldChg chg="delSp modSp mod">
        <pc:chgData name="Pratik Patel" userId="591dd39c-9997-4b42-9ebb-871daaa3d855" providerId="ADAL" clId="{1A86940E-85D0-5261-99A3-79AE633D84BB}" dt="2026-05-27T15:00:13.924" v="30" actId="20577"/>
        <pc:sldMkLst>
          <pc:docMk/>
          <pc:sldMk cId="3053101775" sldId="257"/>
        </pc:sldMkLst>
        <pc:spChg chg="mod">
          <ac:chgData name="Pratik Patel" userId="591dd39c-9997-4b42-9ebb-871daaa3d855" providerId="ADAL" clId="{1A86940E-85D0-5261-99A3-79AE633D84BB}" dt="2026-05-27T15:00:13.924" v="30" actId="20577"/>
          <ac:spMkLst>
            <pc:docMk/>
            <pc:sldMk cId="3053101775" sldId="257"/>
            <ac:spMk id="4" creationId="{2BB4831C-1D51-44ED-1091-F38BD5843C12}"/>
          </ac:spMkLst>
        </pc:spChg>
        <pc:spChg chg="mod">
          <ac:chgData name="Pratik Patel" userId="591dd39c-9997-4b42-9ebb-871daaa3d855" providerId="ADAL" clId="{1A86940E-85D0-5261-99A3-79AE633D84BB}" dt="2026-05-27T15:00:08.673" v="18" actId="20577"/>
          <ac:spMkLst>
            <pc:docMk/>
            <pc:sldMk cId="3053101775" sldId="257"/>
            <ac:spMk id="14" creationId="{A4065517-F0D9-205A-9FEA-5CF7DEE0D067}"/>
          </ac:spMkLst>
        </pc:spChg>
        <pc:picChg chg="del">
          <ac:chgData name="Pratik Patel" userId="591dd39c-9997-4b42-9ebb-871daaa3d855" providerId="ADAL" clId="{1A86940E-85D0-5261-99A3-79AE633D84BB}" dt="2026-05-27T14:59:57.273" v="2" actId="478"/>
          <ac:picMkLst>
            <pc:docMk/>
            <pc:sldMk cId="3053101775" sldId="257"/>
            <ac:picMk id="19" creationId="{0F92DB6A-A3A7-7B53-1924-D109C14BB58D}"/>
          </ac:picMkLst>
        </pc:picChg>
      </pc:sldChg>
      <pc:sldChg chg="delSp add del mod">
        <pc:chgData name="Pratik Patel" userId="591dd39c-9997-4b42-9ebb-871daaa3d855" providerId="ADAL" clId="{1A86940E-85D0-5261-99A3-79AE633D84BB}" dt="2026-05-27T15:01:32.509" v="36" actId="2696"/>
        <pc:sldMkLst>
          <pc:docMk/>
          <pc:sldMk cId="2458231006" sldId="293"/>
        </pc:sldMkLst>
        <pc:spChg chg="del">
          <ac:chgData name="Pratik Patel" userId="591dd39c-9997-4b42-9ebb-871daaa3d855" providerId="ADAL" clId="{1A86940E-85D0-5261-99A3-79AE633D84BB}" dt="2026-05-27T15:00:46.265" v="32" actId="478"/>
          <ac:spMkLst>
            <pc:docMk/>
            <pc:sldMk cId="2458231006" sldId="293"/>
            <ac:spMk id="5" creationId="{0D97BCBC-A271-289D-B8A1-3B07F6644877}"/>
          </ac:spMkLst>
        </pc:spChg>
      </pc:sldChg>
      <pc:sldChg chg="delSp add mod">
        <pc:chgData name="Pratik Patel" userId="591dd39c-9997-4b42-9ebb-871daaa3d855" providerId="ADAL" clId="{1A86940E-85D0-5261-99A3-79AE633D84BB}" dt="2026-05-27T15:01:35.050" v="37" actId="478"/>
        <pc:sldMkLst>
          <pc:docMk/>
          <pc:sldMk cId="793435903" sldId="294"/>
        </pc:sldMkLst>
        <pc:spChg chg="del">
          <ac:chgData name="Pratik Patel" userId="591dd39c-9997-4b42-9ebb-871daaa3d855" providerId="ADAL" clId="{1A86940E-85D0-5261-99A3-79AE633D84BB}" dt="2026-05-27T15:01:35.050" v="37" actId="478"/>
          <ac:spMkLst>
            <pc:docMk/>
            <pc:sldMk cId="793435903" sldId="294"/>
            <ac:spMk id="5" creationId="{0D97BCBC-A271-289D-B8A1-3B07F6644877}"/>
          </ac:spMkLst>
        </pc:spChg>
      </pc:sldChg>
      <pc:sldChg chg="add del">
        <pc:chgData name="Pratik Patel" userId="591dd39c-9997-4b42-9ebb-871daaa3d855" providerId="ADAL" clId="{1A86940E-85D0-5261-99A3-79AE633D84BB}" dt="2026-05-27T15:01:30.789" v="34"/>
        <pc:sldMkLst>
          <pc:docMk/>
          <pc:sldMk cId="2338218156" sldId="294"/>
        </pc:sldMkLst>
      </pc:sldChg>
    </pc:docChg>
  </pc:docChgLst>
  <pc:docChgLst>
    <pc:chgData name="Pratik Patel" userId="S::prapatel@athenahealth.com::591dd39c-9997-4b42-9ebb-871daaa3d855" providerId="AD" clId="Web-{0153E8CA-30D6-5A6B-AE01-5A77F5572AC3}"/>
    <pc:docChg chg="delSld">
      <pc:chgData name="Pratik Patel" userId="S::prapatel@athenahealth.com::591dd39c-9997-4b42-9ebb-871daaa3d855" providerId="AD" clId="Web-{0153E8CA-30D6-5A6B-AE01-5A77F5572AC3}" dt="2026-05-27T14:59:30.129" v="0"/>
      <pc:docMkLst>
        <pc:docMk/>
      </pc:docMkLst>
      <pc:sldChg chg="del">
        <pc:chgData name="Pratik Patel" userId="S::prapatel@athenahealth.com::591dd39c-9997-4b42-9ebb-871daaa3d855" providerId="AD" clId="Web-{0153E8CA-30D6-5A6B-AE01-5A77F5572AC3}" dt="2026-05-27T14:59:30.129" v="0"/>
        <pc:sldMkLst>
          <pc:docMk/>
          <pc:sldMk cId="109857222" sldId="256"/>
        </pc:sldMkLst>
      </pc:sldChg>
    </pc:docChg>
  </pc:docChgLst>
  <pc:docChgLst>
    <pc:chgData name="Pratik Patel" userId="S::prapatel@athenahealth.com::591dd39c-9997-4b42-9ebb-871daaa3d855" providerId="AD" clId="Web-{C4A49889-189E-A1F9-D080-49F7415FF2A8}"/>
    <pc:docChg chg="addSld">
      <pc:chgData name="Pratik Patel" userId="S::prapatel@athenahealth.com::591dd39c-9997-4b42-9ebb-871daaa3d855" providerId="AD" clId="Web-{C4A49889-189E-A1F9-D080-49F7415FF2A8}" dt="2026-05-27T14:59:14.317" v="0"/>
      <pc:docMkLst>
        <pc:docMk/>
      </pc:docMkLst>
      <pc:sldChg chg="add">
        <pc:chgData name="Pratik Patel" userId="S::prapatel@athenahealth.com::591dd39c-9997-4b42-9ebb-871daaa3d855" providerId="AD" clId="Web-{C4A49889-189E-A1F9-D080-49F7415FF2A8}" dt="2026-05-27T14:59:14.317" v="0"/>
        <pc:sldMkLst>
          <pc:docMk/>
          <pc:sldMk cId="3053101775" sldId="257"/>
        </pc:sldMkLst>
      </pc:sldChg>
    </pc:docChg>
  </pc:docChgLst>
</pc:chgInfo>
</file>

<file path=ppt/comments/modernComment_126_2F4ADE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607D5D5-9A01-409D-8045-3B7281741592}" authorId="{D68A45E9-F536-BC20-980F-B1CA1266456F}" status="resolved" created="2026-05-26T18:46:35.31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93435903" sldId="294"/>
      <ac:spMk id="9" creationId="{1E7FE2DD-156C-1153-BEA4-9281AEA1AD08}"/>
      <ac:txMk cp="13" len="1">
        <ac:context len="130" hash="754888040"/>
      </ac:txMk>
    </ac:txMkLst>
    <p188:pos x="3434405" y="489801"/>
    <p188:replyLst>
      <p188:reply id="{2FCBFE67-5BA3-214C-A2CB-DADEAD19A02D}" authorId="{6E40F2B3-DF97-CA55-ACD7-5FE53E854E5D}" created="2026-05-27T13:56:13.569">
        <p188:txBody>
          <a:bodyPr/>
          <a:lstStyle/>
          <a:p>
            <a:r>
              <a:rPr lang="en-US"/>
              <a:t>I think we should create an empty template slide that we deliver along with the packaged information. We ask them to use that to create slides.
</a:t>
            </a:r>
          </a:p>
        </p188:txBody>
      </p188:reply>
    </p188:replyLst>
    <p188:txBody>
      <a:bodyPr/>
      <a:lstStyle/>
      <a:p>
        <a:r>
          <a:rPr lang="en-US"/>
          <a:t>[@Pratik Patel] thinking we could use this as the midday checkpoint worksheet (unless you had an idea for a different format). For the “Planned Demo” block, could you elaborate on what you’d like them to include here?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B12C1-02C8-4917-8F55-65C1E59A8605}" type="datetimeFigureOut"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BA698-EEDC-4B3F-949B-EA3F5B78C2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32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F0D2A-F12F-A38E-223F-B50A22FA6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2AABC-D6A3-BFDC-E748-09EE8C0EF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B6E02-F743-D7F8-1C1D-2BEA122CA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1938F-6C95-46E8-664D-CFF1F1835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FFE858-4772-7F41-B59B-637642CAD1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49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DF2031DF-214F-FD2B-5ADA-5442E2F4BC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25" y="445683"/>
            <a:ext cx="2183623" cy="434630"/>
          </a:xfrm>
          <a:prstGeom prst="rect">
            <a:avLst/>
          </a:prstGeom>
        </p:spPr>
      </p:pic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FE5AF346-C411-D02C-6F31-47379F5B1E1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21531" y="444500"/>
            <a:ext cx="6274373" cy="5905500"/>
          </a:xfrm>
          <a:prstGeom prst="roundRect">
            <a:avLst>
              <a:gd name="adj" fmla="val 6769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CD751DE-48E0-A054-EE96-D580AE532F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697" y="5329910"/>
            <a:ext cx="5251888" cy="377026"/>
          </a:xfrm>
        </p:spPr>
        <p:txBody>
          <a:bodyPr wrap="square">
            <a:sp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8208E93-FF45-3D24-AB85-2A2F3C741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697" y="6065264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bg1">
                    <a:lumMod val="95000"/>
                  </a:schemeClr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5B96BA7-1111-90C3-A801-212EE193CC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697" y="5745036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bg1">
                    <a:lumMod val="95000"/>
                  </a:schemeClr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80D5232-8850-7FA8-C72C-1000C3895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697" y="1208785"/>
            <a:ext cx="5251888" cy="3705338"/>
          </a:xfrm>
        </p:spPr>
        <p:txBody>
          <a:bodyPr wrap="square"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here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769260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title slide with image">
    <p:bg>
      <p:bgPr>
        <a:gradFill>
          <a:gsLst>
            <a:gs pos="0">
              <a:srgbClr val="160F41"/>
            </a:gs>
            <a:gs pos="97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DF2031DF-214F-FD2B-5ADA-5442E2F4BC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25" y="445683"/>
            <a:ext cx="2183623" cy="43463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4076D42-E6F4-6FF7-DFB3-FE0C5BE2D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697" y="1208785"/>
            <a:ext cx="5251888" cy="3705338"/>
          </a:xfrm>
        </p:spPr>
        <p:txBody>
          <a:bodyPr wrap="square"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here in sentence case</a:t>
            </a:r>
          </a:p>
        </p:txBody>
      </p:sp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721F380F-60E7-DA07-867D-4A0FA0A283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21531" y="444500"/>
            <a:ext cx="6274373" cy="5905500"/>
          </a:xfrm>
          <a:prstGeom prst="roundRect">
            <a:avLst>
              <a:gd name="adj" fmla="val 6769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7F1452-B90D-AD6B-E21D-D3B52684C1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697" y="5329910"/>
            <a:ext cx="5251888" cy="377026"/>
          </a:xfrm>
        </p:spPr>
        <p:txBody>
          <a:bodyPr wrap="square">
            <a:sp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844C386-73D9-1C74-908E-CDF2F95B9E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697" y="6065264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bg1">
                    <a:lumMod val="95000"/>
                  </a:schemeClr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8B50707-948B-C16B-20AA-7B2864D1FB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697" y="5745036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bg1">
                    <a:lumMod val="95000"/>
                  </a:schemeClr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Title, affiliation</a:t>
            </a:r>
          </a:p>
        </p:txBody>
      </p:sp>
    </p:spTree>
    <p:extLst>
      <p:ext uri="{BB962C8B-B14F-4D97-AF65-F5344CB8AC3E}">
        <p14:creationId xmlns:p14="http://schemas.microsoft.com/office/powerpoint/2010/main" val="360503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3D284C6C-1117-A600-33A7-ADCB44D052F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500" y="461084"/>
            <a:ext cx="2186940" cy="43529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C0874730-95F5-A74D-AAF0-C4E55A314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697" y="1208785"/>
            <a:ext cx="5251888" cy="3705338"/>
          </a:xfrm>
        </p:spPr>
        <p:txBody>
          <a:bodyPr wrap="square"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 here in sentence case</a:t>
            </a:r>
          </a:p>
        </p:txBody>
      </p:sp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74DBE2A6-413E-5666-2916-D7AD0E71089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21531" y="444500"/>
            <a:ext cx="6274373" cy="5905500"/>
          </a:xfrm>
          <a:prstGeom prst="roundRect">
            <a:avLst>
              <a:gd name="adj" fmla="val 6769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505A0BD-38D0-0433-4C71-8F088025BF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697" y="5329910"/>
            <a:ext cx="5251888" cy="377026"/>
          </a:xfrm>
        </p:spPr>
        <p:txBody>
          <a:bodyPr wrap="square">
            <a:sp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47DD985-609B-C4A3-6EB7-19953F4DE8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697" y="6065264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385C49A-CD5D-FC5D-C27B-0218945F60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697" y="5745036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accent1"/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Title, affiliation</a:t>
            </a:r>
          </a:p>
        </p:txBody>
      </p:sp>
    </p:spTree>
    <p:extLst>
      <p:ext uri="{BB962C8B-B14F-4D97-AF65-F5344CB8AC3E}">
        <p14:creationId xmlns:p14="http://schemas.microsoft.com/office/powerpoint/2010/main" val="3147283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title slide with image_cobrand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DF2031DF-214F-FD2B-5ADA-5442E2F4BC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25" y="445683"/>
            <a:ext cx="2183623" cy="434630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B11CB40-169F-F43A-D89A-8513DA58BF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141928" y="460051"/>
            <a:ext cx="2627313" cy="434630"/>
          </a:xfrm>
        </p:spPr>
        <p:txBody>
          <a:bodyPr>
            <a:normAutofit/>
          </a:bodyPr>
          <a:lstStyle>
            <a:lvl1pPr marL="0" indent="0">
              <a:buNone/>
              <a:defRPr sz="1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logo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57F0985-A878-400D-AC71-E7F19245E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697" y="1208785"/>
            <a:ext cx="5251888" cy="3705338"/>
          </a:xfrm>
        </p:spPr>
        <p:txBody>
          <a:bodyPr wrap="square"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here in sentence case</a:t>
            </a:r>
          </a:p>
        </p:txBody>
      </p:sp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3EE8EBDD-CEC8-C288-1A6C-0A47FC1D9C2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421531" y="444500"/>
            <a:ext cx="6274373" cy="5905500"/>
          </a:xfrm>
          <a:prstGeom prst="roundRect">
            <a:avLst>
              <a:gd name="adj" fmla="val 6769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3696C4E-2E90-88B9-D670-2DA6FCC276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697" y="5329910"/>
            <a:ext cx="5251888" cy="377026"/>
          </a:xfrm>
        </p:spPr>
        <p:txBody>
          <a:bodyPr wrap="square">
            <a:sp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E7621CF-AD58-0DAF-BA90-A55907380D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697" y="6065264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C18A059-2DE6-23A2-2F6F-64B4414419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697" y="5745036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Title, affiliation</a:t>
            </a:r>
          </a:p>
        </p:txBody>
      </p:sp>
    </p:spTree>
    <p:extLst>
      <p:ext uri="{BB962C8B-B14F-4D97-AF65-F5344CB8AC3E}">
        <p14:creationId xmlns:p14="http://schemas.microsoft.com/office/powerpoint/2010/main" val="3396530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title slide with image_cobranded">
    <p:bg>
      <p:bgPr>
        <a:gradFill>
          <a:gsLst>
            <a:gs pos="0">
              <a:schemeClr val="tx2"/>
            </a:gs>
            <a:gs pos="97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DF2031DF-214F-FD2B-5ADA-5442E2F4BC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25" y="445683"/>
            <a:ext cx="2183623" cy="434630"/>
          </a:xfrm>
          <a:prstGeom prst="rect">
            <a:avLst/>
          </a:prstGeom>
        </p:spPr>
      </p:pic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3B04416-4B2C-CEE8-C8B0-E415B0D2CD7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141928" y="460051"/>
            <a:ext cx="2627313" cy="434630"/>
          </a:xfrm>
        </p:spPr>
        <p:txBody>
          <a:bodyPr>
            <a:normAutofit/>
          </a:bodyPr>
          <a:lstStyle>
            <a:lvl1pPr marL="0" indent="0">
              <a:buNone/>
              <a:defRPr sz="1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logo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46EC79E-E1EF-666A-55BD-23FDC6515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697" y="1208785"/>
            <a:ext cx="5251888" cy="3705338"/>
          </a:xfrm>
        </p:spPr>
        <p:txBody>
          <a:bodyPr wrap="square"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here in sentence case</a:t>
            </a:r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BC8B121E-20AA-FF5B-7E15-693EF73F3F3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421531" y="444500"/>
            <a:ext cx="6274373" cy="5905500"/>
          </a:xfrm>
          <a:prstGeom prst="roundRect">
            <a:avLst>
              <a:gd name="adj" fmla="val 6769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6931598-20A3-5DF8-9445-897D387ADD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697" y="5329910"/>
            <a:ext cx="5251888" cy="377026"/>
          </a:xfrm>
        </p:spPr>
        <p:txBody>
          <a:bodyPr wrap="square">
            <a:sp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621F74F-86F2-EE0E-42A2-0FA277579D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697" y="6065264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bg1">
                    <a:lumMod val="95000"/>
                  </a:schemeClr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53EB668-4962-9940-1AD2-A349718E50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697" y="5745036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bg1">
                    <a:lumMod val="95000"/>
                  </a:schemeClr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Title, affiliation</a:t>
            </a:r>
          </a:p>
        </p:txBody>
      </p:sp>
    </p:spTree>
    <p:extLst>
      <p:ext uri="{BB962C8B-B14F-4D97-AF65-F5344CB8AC3E}">
        <p14:creationId xmlns:p14="http://schemas.microsoft.com/office/powerpoint/2010/main" val="23355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title slide with image_co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3D284C6C-1117-A600-33A7-ADCB44D052F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500" y="461084"/>
            <a:ext cx="2186940" cy="435290"/>
          </a:xfrm>
          <a:prstGeom prst="rect">
            <a:avLst/>
          </a:prstGeom>
        </p:spPr>
      </p:pic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7B507DAB-B2A8-00ED-5F81-17F3A745451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41928" y="460051"/>
            <a:ext cx="2627313" cy="434630"/>
          </a:xfrm>
        </p:spPr>
        <p:txBody>
          <a:bodyPr>
            <a:normAutofit/>
          </a:bodyPr>
          <a:lstStyle>
            <a:lvl1pPr marL="0" indent="0">
              <a:buNone/>
              <a:defRPr sz="1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logo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417AF20-F65D-88AD-6BF3-A9AE4F5A3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697" y="1208785"/>
            <a:ext cx="5251888" cy="3705338"/>
          </a:xfrm>
        </p:spPr>
        <p:txBody>
          <a:bodyPr wrap="square"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 here in sentence case</a:t>
            </a:r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D838ED88-B298-E96C-DE65-20FC6D5BB94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21531" y="444500"/>
            <a:ext cx="6274373" cy="5905500"/>
          </a:xfrm>
          <a:prstGeom prst="roundRect">
            <a:avLst>
              <a:gd name="adj" fmla="val 6769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09CF4A0-5A5B-86D6-4FD1-D7EF5FB598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697" y="5329910"/>
            <a:ext cx="5251888" cy="377026"/>
          </a:xfrm>
        </p:spPr>
        <p:txBody>
          <a:bodyPr wrap="square">
            <a:sp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A081EB9-6ECE-0A29-46E2-CE60C104F3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697" y="6065264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2BD2F6B-9A4C-EA94-AABD-A63CFE7335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697" y="5745036"/>
            <a:ext cx="5251888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0" i="0">
                <a:solidFill>
                  <a:schemeClr val="accent1"/>
                </a:solidFill>
                <a:effectLst/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Title, affiliation</a:t>
            </a:r>
          </a:p>
        </p:txBody>
      </p:sp>
    </p:spTree>
    <p:extLst>
      <p:ext uri="{BB962C8B-B14F-4D97-AF65-F5344CB8AC3E}">
        <p14:creationId xmlns:p14="http://schemas.microsoft.com/office/powerpoint/2010/main" val="619478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6">
            <a:extLst>
              <a:ext uri="{FF2B5EF4-FFF2-40B4-BE49-F238E27FC236}">
                <a16:creationId xmlns:a16="http://schemas.microsoft.com/office/drawing/2014/main" id="{3272EEDD-7719-5203-B3A9-2F9EB03AC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33" y="4014655"/>
            <a:ext cx="11241117" cy="1051506"/>
          </a:xfr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defRPr sz="7333">
                <a:solidFill>
                  <a:schemeClr val="bg1"/>
                </a:solidFill>
              </a:defRPr>
            </a:lvl1pPr>
          </a:lstStyle>
          <a:p>
            <a:pPr>
              <a:lnSpc>
                <a:spcPct val="80000"/>
              </a:lnSpc>
            </a:pPr>
            <a:r>
              <a:rPr lang="en-US" sz="7333"/>
              <a:t>Title here in sentence case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0F679D-EB02-55A3-59E8-E5E53F466277}"/>
              </a:ext>
            </a:extLst>
          </p:cNvPr>
          <p:cNvCxnSpPr/>
          <p:nvPr/>
        </p:nvCxnSpPr>
        <p:spPr>
          <a:xfrm>
            <a:off x="496303" y="5244618"/>
            <a:ext cx="11219448" cy="0"/>
          </a:xfrm>
          <a:prstGeom prst="line">
            <a:avLst/>
          </a:prstGeom>
          <a:ln w="2540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FA8F724A-E21A-C50A-7004-FACEF535B64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25" y="445683"/>
            <a:ext cx="2183623" cy="43463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D0DA0C-7FC0-BDA6-041D-E33EB3F56C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33" y="5577553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lang="en-US" sz="1667" b="0" i="0" kern="1200" dirty="0">
                <a:solidFill>
                  <a:schemeClr val="bg1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Name, title, affiliation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E4DF92D-B129-9D4E-517E-9CB27142D6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4633" y="6050721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sz="1667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B8354EB-B931-5217-E19B-E7AE19A330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4634" y="3519337"/>
            <a:ext cx="11240966" cy="3141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1" i="0" spc="250">
                <a:solidFill>
                  <a:schemeClr val="accent3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</p:spTree>
    <p:extLst>
      <p:ext uri="{BB962C8B-B14F-4D97-AF65-F5344CB8AC3E}">
        <p14:creationId xmlns:p14="http://schemas.microsoft.com/office/powerpoint/2010/main" val="422570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title slide">
    <p:bg>
      <p:bgPr>
        <a:gradFill>
          <a:gsLst>
            <a:gs pos="0">
              <a:schemeClr val="tx2"/>
            </a:gs>
            <a:gs pos="97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FA8F724A-E21A-C50A-7004-FACEF535B64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25" y="445683"/>
            <a:ext cx="2183623" cy="434630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C9D1944C-C6D1-975F-AAE7-6948AC7CB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33" y="4014655"/>
            <a:ext cx="11241117" cy="1051506"/>
          </a:xfr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defRPr sz="7333">
                <a:solidFill>
                  <a:schemeClr val="bg1"/>
                </a:solidFill>
              </a:defRPr>
            </a:lvl1pPr>
          </a:lstStyle>
          <a:p>
            <a:pPr>
              <a:lnSpc>
                <a:spcPct val="80000"/>
              </a:lnSpc>
            </a:pPr>
            <a:r>
              <a:rPr lang="en-US" sz="7333"/>
              <a:t>Title here in sentence case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6A3ED1-9A7C-FA28-8DB9-73E941FC2C58}"/>
              </a:ext>
            </a:extLst>
          </p:cNvPr>
          <p:cNvCxnSpPr/>
          <p:nvPr/>
        </p:nvCxnSpPr>
        <p:spPr>
          <a:xfrm>
            <a:off x="496303" y="5244618"/>
            <a:ext cx="11219448" cy="0"/>
          </a:xfrm>
          <a:prstGeom prst="line">
            <a:avLst/>
          </a:prstGeom>
          <a:ln w="2540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0AE8CA-D9CC-81C5-0F4A-99A3BED2AE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33" y="5577553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sz="1667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Name, title, affiliation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A9B05E7-0436-42A1-311B-457C8E8AE1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4633" y="6050721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sz="1667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95804B8-1A34-ACA5-AE7D-B78C3029E4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4634" y="3519337"/>
            <a:ext cx="11240966" cy="3141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1" i="0" spc="250">
                <a:solidFill>
                  <a:schemeClr val="accent3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</p:spTree>
    <p:extLst>
      <p:ext uri="{BB962C8B-B14F-4D97-AF65-F5344CB8AC3E}">
        <p14:creationId xmlns:p14="http://schemas.microsoft.com/office/powerpoint/2010/main" val="688739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AI-generated content may be incorrect.">
            <a:extLst>
              <a:ext uri="{FF2B5EF4-FFF2-40B4-BE49-F238E27FC236}">
                <a16:creationId xmlns:a16="http://schemas.microsoft.com/office/drawing/2014/main" id="{889C039A-D391-82A7-7CCA-DA62149B426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500" y="461084"/>
            <a:ext cx="2186940" cy="43529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3F7CF071-2E6A-23EC-7A79-9F9E9AEF5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33" y="4014655"/>
            <a:ext cx="11241117" cy="1051506"/>
          </a:xfr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defRPr sz="7333">
                <a:solidFill>
                  <a:schemeClr val="accent1"/>
                </a:solidFill>
              </a:defRPr>
            </a:lvl1pPr>
          </a:lstStyle>
          <a:p>
            <a:pPr>
              <a:lnSpc>
                <a:spcPct val="80000"/>
              </a:lnSpc>
            </a:pPr>
            <a:r>
              <a:rPr lang="en-US" sz="7333"/>
              <a:t>Title here in sentence case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E5F48A-0F64-2A31-467D-C75AF3F98717}"/>
              </a:ext>
            </a:extLst>
          </p:cNvPr>
          <p:cNvCxnSpPr/>
          <p:nvPr/>
        </p:nvCxnSpPr>
        <p:spPr>
          <a:xfrm>
            <a:off x="496303" y="5244618"/>
            <a:ext cx="11219448" cy="0"/>
          </a:xfrm>
          <a:prstGeom prst="line">
            <a:avLst/>
          </a:prstGeom>
          <a:ln w="2540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482E9A9-ADC4-044C-A425-3BDEC8CAD3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33" y="5577553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sz="1667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Name, title, affiliation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9776385-383D-9524-7FD6-75BDB7F5C4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4633" y="6050721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sz="1667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03DD218-DE07-A038-F022-728B4B5C5C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4634" y="3519337"/>
            <a:ext cx="11240966" cy="3141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1" i="0" spc="250">
                <a:solidFill>
                  <a:schemeClr val="tx2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</p:spTree>
    <p:extLst>
      <p:ext uri="{BB962C8B-B14F-4D97-AF65-F5344CB8AC3E}">
        <p14:creationId xmlns:p14="http://schemas.microsoft.com/office/powerpoint/2010/main" val="1168027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title slide_cobrand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FA8F724A-E21A-C50A-7004-FACEF535B64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25" y="445683"/>
            <a:ext cx="2183623" cy="43463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D985FB41-FDD6-4B92-DEC7-B595D11349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141928" y="460051"/>
            <a:ext cx="2627313" cy="434630"/>
          </a:xfrm>
        </p:spPr>
        <p:txBody>
          <a:bodyPr>
            <a:normAutofit/>
          </a:bodyPr>
          <a:lstStyle>
            <a:lvl1pPr marL="0" indent="0">
              <a:buNone/>
              <a:defRPr sz="1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logo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C6E67394-0F91-A759-9908-86D9777CD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33" y="4014655"/>
            <a:ext cx="11241117" cy="1051506"/>
          </a:xfr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defRPr sz="7333">
                <a:solidFill>
                  <a:schemeClr val="bg1"/>
                </a:solidFill>
              </a:defRPr>
            </a:lvl1pPr>
          </a:lstStyle>
          <a:p>
            <a:pPr>
              <a:lnSpc>
                <a:spcPct val="80000"/>
              </a:lnSpc>
            </a:pPr>
            <a:r>
              <a:rPr lang="en-US" sz="7333"/>
              <a:t>Title here in sentence case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B582B1-CD93-B152-2BDE-F0CF672546F7}"/>
              </a:ext>
            </a:extLst>
          </p:cNvPr>
          <p:cNvCxnSpPr/>
          <p:nvPr/>
        </p:nvCxnSpPr>
        <p:spPr>
          <a:xfrm>
            <a:off x="496303" y="5244618"/>
            <a:ext cx="11219448" cy="0"/>
          </a:xfrm>
          <a:prstGeom prst="line">
            <a:avLst/>
          </a:prstGeom>
          <a:ln w="2540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7C47C06-8BDA-486F-156B-A494ED1731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4634" y="3519337"/>
            <a:ext cx="11240966" cy="3141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1" i="0" spc="250">
                <a:solidFill>
                  <a:schemeClr val="accent3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72E1936-2B4D-4607-1A26-379617382C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33" y="5577553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lang="en-US" sz="1667" b="0" i="0" kern="1200" dirty="0">
                <a:solidFill>
                  <a:schemeClr val="bg1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Name, title, affiliation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F5559619-4BED-DADF-DAE1-9F266DAEF8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4633" y="6050721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sz="1667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</p:spTree>
    <p:extLst>
      <p:ext uri="{BB962C8B-B14F-4D97-AF65-F5344CB8AC3E}">
        <p14:creationId xmlns:p14="http://schemas.microsoft.com/office/powerpoint/2010/main" val="62305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title slide_cobranded">
    <p:bg>
      <p:bgPr>
        <a:gradFill>
          <a:gsLst>
            <a:gs pos="0">
              <a:schemeClr val="tx2"/>
            </a:gs>
            <a:gs pos="97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FA8F724A-E21A-C50A-7004-FACEF535B64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25" y="445683"/>
            <a:ext cx="2183623" cy="434630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071D48A-04D5-D8E3-2A02-7AAAE896FE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141928" y="460051"/>
            <a:ext cx="2627313" cy="434630"/>
          </a:xfrm>
        </p:spPr>
        <p:txBody>
          <a:bodyPr>
            <a:normAutofit/>
          </a:bodyPr>
          <a:lstStyle>
            <a:lvl1pPr marL="0" indent="0">
              <a:buNone/>
              <a:defRPr sz="1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logo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7D10A12A-7D0A-25A4-2318-02194EE93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33" y="4014655"/>
            <a:ext cx="11241117" cy="1051506"/>
          </a:xfr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defRPr sz="7333">
                <a:solidFill>
                  <a:schemeClr val="bg1"/>
                </a:solidFill>
              </a:defRPr>
            </a:lvl1pPr>
          </a:lstStyle>
          <a:p>
            <a:pPr>
              <a:lnSpc>
                <a:spcPct val="80000"/>
              </a:lnSpc>
            </a:pPr>
            <a:r>
              <a:rPr lang="en-US" sz="7333"/>
              <a:t>Title here in sentence case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55DC89-69DB-C96C-8CBA-C5F8009E7F8C}"/>
              </a:ext>
            </a:extLst>
          </p:cNvPr>
          <p:cNvCxnSpPr/>
          <p:nvPr/>
        </p:nvCxnSpPr>
        <p:spPr>
          <a:xfrm>
            <a:off x="496303" y="5244618"/>
            <a:ext cx="11219448" cy="0"/>
          </a:xfrm>
          <a:prstGeom prst="line">
            <a:avLst/>
          </a:prstGeom>
          <a:ln w="2540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3C4A5FC-5FA5-450F-881F-0CE54BED1C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4634" y="3519337"/>
            <a:ext cx="11240966" cy="3141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1" i="0" spc="250">
                <a:solidFill>
                  <a:schemeClr val="accent3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3480804-A68D-B63B-851E-551DE05CB2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33" y="5577553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lang="en-US" sz="1667" b="0" i="0" kern="1200" dirty="0">
                <a:solidFill>
                  <a:schemeClr val="bg1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Name, title, affiliation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386040D8-7494-FFDD-6EEB-9D5787B23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4633" y="6050721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sz="1667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</p:spTree>
    <p:extLst>
      <p:ext uri="{BB962C8B-B14F-4D97-AF65-F5344CB8AC3E}">
        <p14:creationId xmlns:p14="http://schemas.microsoft.com/office/powerpoint/2010/main" val="799706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title slide_co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AI-generated content may be incorrect.">
            <a:extLst>
              <a:ext uri="{FF2B5EF4-FFF2-40B4-BE49-F238E27FC236}">
                <a16:creationId xmlns:a16="http://schemas.microsoft.com/office/drawing/2014/main" id="{889C039A-D391-82A7-7CCA-DA62149B426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500" y="461084"/>
            <a:ext cx="2186940" cy="435290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3820C9C-D3B3-76E0-6006-5256DD23FDA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141928" y="460051"/>
            <a:ext cx="2627313" cy="434630"/>
          </a:xfrm>
        </p:spPr>
        <p:txBody>
          <a:bodyPr>
            <a:normAutofit/>
          </a:bodyPr>
          <a:lstStyle>
            <a:lvl1pPr marL="0" indent="0">
              <a:buNone/>
              <a:defRPr sz="1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logo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E30D1379-C0FC-07E4-496B-1B5716A63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33" y="4014655"/>
            <a:ext cx="11241117" cy="1051506"/>
          </a:xfr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defRPr sz="7333">
                <a:solidFill>
                  <a:schemeClr val="accent1"/>
                </a:solidFill>
              </a:defRPr>
            </a:lvl1pPr>
          </a:lstStyle>
          <a:p>
            <a:pPr>
              <a:lnSpc>
                <a:spcPct val="80000"/>
              </a:lnSpc>
            </a:pPr>
            <a:r>
              <a:rPr lang="en-US" sz="7333"/>
              <a:t>Title here in sentence case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FBC088-A90B-4000-CBDB-6E05D0267385}"/>
              </a:ext>
            </a:extLst>
          </p:cNvPr>
          <p:cNvCxnSpPr/>
          <p:nvPr/>
        </p:nvCxnSpPr>
        <p:spPr>
          <a:xfrm>
            <a:off x="496303" y="5244618"/>
            <a:ext cx="11219448" cy="0"/>
          </a:xfrm>
          <a:prstGeom prst="line">
            <a:avLst/>
          </a:prstGeom>
          <a:ln w="2540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B83859E-9CD5-949A-C4A7-30AF51FDA0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4634" y="3519337"/>
            <a:ext cx="11240966" cy="3141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1" i="0" spc="250">
                <a:solidFill>
                  <a:schemeClr val="tx2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D595962-32C9-0A08-0BA9-62ABB0C0CB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33" y="5577553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lang="en-US" sz="1667" b="0" i="0" kern="1200" dirty="0">
                <a:solidFill>
                  <a:schemeClr val="accent1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Name, title, affiliation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B68E938-19FD-4198-76E5-D68E00D9D4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4633" y="6050721"/>
            <a:ext cx="11241117" cy="314188"/>
          </a:xfrm>
        </p:spPr>
        <p:txBody>
          <a:bodyPr>
            <a:noAutofit/>
          </a:bodyPr>
          <a:lstStyle>
            <a:lvl1pPr marL="0" indent="0">
              <a:buNone/>
              <a:defRPr sz="1667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Date here</a:t>
            </a:r>
          </a:p>
        </p:txBody>
      </p:sp>
    </p:spTree>
    <p:extLst>
      <p:ext uri="{BB962C8B-B14F-4D97-AF65-F5344CB8AC3E}">
        <p14:creationId xmlns:p14="http://schemas.microsoft.com/office/powerpoint/2010/main" val="1147500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6250" y="412750"/>
            <a:ext cx="5049822" cy="5968999"/>
          </a:xfrm>
        </p:spPr>
        <p:txBody>
          <a:bodyPr wrap="square" anchor="ctr">
            <a:noAutofit/>
          </a:bodyPr>
          <a:lstStyle>
            <a:lvl1pPr algn="l">
              <a:defRPr sz="6666">
                <a:solidFill>
                  <a:schemeClr val="bg1"/>
                </a:solidFill>
              </a:defRPr>
            </a:lvl1pPr>
          </a:lstStyle>
          <a:p>
            <a:r>
              <a:rPr lang="en-US"/>
              <a:t>Agenda slide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FB56FB6-E0D6-9740-70C6-A9E7129BC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6747E1-3048-9246-73B7-B4D34371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0F95012-8EBF-8DF3-83F1-BA9A6749B8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11157" y="412750"/>
            <a:ext cx="5004593" cy="59689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Topic 1</a:t>
            </a:r>
            <a:br>
              <a:rPr lang="en-US"/>
            </a:br>
            <a:br>
              <a:rPr lang="en-US"/>
            </a:br>
            <a:r>
              <a:rPr lang="en-US"/>
              <a:t>Topic 2</a:t>
            </a:r>
            <a:br>
              <a:rPr lang="en-US"/>
            </a:br>
            <a:br>
              <a:rPr lang="en-US"/>
            </a:br>
            <a:r>
              <a:rPr lang="en-US"/>
              <a:t>Topic 3</a:t>
            </a:r>
            <a:br>
              <a:rPr lang="en-US"/>
            </a:br>
            <a:br>
              <a:rPr lang="en-US"/>
            </a:br>
            <a:r>
              <a:rPr lang="en-US"/>
              <a:t>Topic 4</a:t>
            </a:r>
            <a:br>
              <a:rPr lang="en-US"/>
            </a:br>
            <a:br>
              <a:rPr lang="en-US"/>
            </a:br>
            <a:r>
              <a:rPr lang="en-US"/>
              <a:t>Topic 5</a:t>
            </a:r>
            <a:br>
              <a:rPr lang="en-US"/>
            </a:br>
            <a:br>
              <a:rPr lang="en-US"/>
            </a:br>
            <a:r>
              <a:rPr lang="en-US"/>
              <a:t>Topic 6</a:t>
            </a:r>
            <a:br>
              <a:rPr lang="en-US"/>
            </a:br>
            <a:br>
              <a:rPr lang="en-US"/>
            </a:br>
            <a:r>
              <a:rPr lang="en-US"/>
              <a:t>Topic 7</a:t>
            </a:r>
            <a:br>
              <a:rPr lang="en-US"/>
            </a:br>
            <a:br>
              <a:rPr lang="en-US"/>
            </a:br>
            <a:r>
              <a:rPr lang="en-US"/>
              <a:t>Topic 8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84AAA45-0BF4-FE16-BBB5-4A28DFC7B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881C1B-145F-9864-EA18-E03DC4A9CC9B}"/>
              </a:ext>
            </a:extLst>
          </p:cNvPr>
          <p:cNvCxnSpPr/>
          <p:nvPr/>
        </p:nvCxnSpPr>
        <p:spPr>
          <a:xfrm>
            <a:off x="6096000" y="444500"/>
            <a:ext cx="0" cy="5905500"/>
          </a:xfrm>
          <a:prstGeom prst="line">
            <a:avLst/>
          </a:prstGeom>
          <a:ln w="1905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0606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agenda">
    <p:bg>
      <p:bgPr>
        <a:gradFill>
          <a:gsLst>
            <a:gs pos="0">
              <a:srgbClr val="160F41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FB56FB6-E0D6-9740-70C6-A9E7129BC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6747E1-3048-9246-73B7-B4D34371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5E23EF-BC43-C1A9-2A6B-A09EFC28C1C3}"/>
              </a:ext>
            </a:extLst>
          </p:cNvPr>
          <p:cNvCxnSpPr/>
          <p:nvPr/>
        </p:nvCxnSpPr>
        <p:spPr>
          <a:xfrm>
            <a:off x="6096000" y="444500"/>
            <a:ext cx="0" cy="5905500"/>
          </a:xfrm>
          <a:prstGeom prst="line">
            <a:avLst/>
          </a:prstGeom>
          <a:ln w="1905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118F3AA-0ADD-B9C8-58FC-F7DE3840E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6B4AFD-A2B0-ECAF-0E5A-BC4389B24B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412750"/>
            <a:ext cx="5049822" cy="5968999"/>
          </a:xfrm>
        </p:spPr>
        <p:txBody>
          <a:bodyPr wrap="square" anchor="ctr">
            <a:noAutofit/>
          </a:bodyPr>
          <a:lstStyle>
            <a:lvl1pPr algn="l">
              <a:defRPr sz="6666">
                <a:solidFill>
                  <a:schemeClr val="bg1"/>
                </a:solidFill>
              </a:defRPr>
            </a:lvl1pPr>
          </a:lstStyle>
          <a:p>
            <a:r>
              <a:rPr lang="en-US"/>
              <a:t>Agenda slide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1CEC74C3-FBBF-9E7E-21E9-2A5F7BDFFF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11157" y="412750"/>
            <a:ext cx="5004593" cy="59689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Topic 1</a:t>
            </a:r>
            <a:br>
              <a:rPr lang="en-US"/>
            </a:br>
            <a:br>
              <a:rPr lang="en-US"/>
            </a:br>
            <a:r>
              <a:rPr lang="en-US"/>
              <a:t>Topic 2</a:t>
            </a:r>
            <a:br>
              <a:rPr lang="en-US"/>
            </a:br>
            <a:br>
              <a:rPr lang="en-US"/>
            </a:br>
            <a:r>
              <a:rPr lang="en-US"/>
              <a:t>Topic 3</a:t>
            </a:r>
            <a:br>
              <a:rPr lang="en-US"/>
            </a:br>
            <a:br>
              <a:rPr lang="en-US"/>
            </a:br>
            <a:r>
              <a:rPr lang="en-US"/>
              <a:t>Topic 4</a:t>
            </a:r>
            <a:br>
              <a:rPr lang="en-US"/>
            </a:br>
            <a:br>
              <a:rPr lang="en-US"/>
            </a:br>
            <a:r>
              <a:rPr lang="en-US"/>
              <a:t>Topic 5</a:t>
            </a:r>
            <a:br>
              <a:rPr lang="en-US"/>
            </a:br>
            <a:br>
              <a:rPr lang="en-US"/>
            </a:br>
            <a:r>
              <a:rPr lang="en-US"/>
              <a:t>Topic 6</a:t>
            </a:r>
            <a:br>
              <a:rPr lang="en-US"/>
            </a:br>
            <a:br>
              <a:rPr lang="en-US"/>
            </a:br>
            <a:r>
              <a:rPr lang="en-US"/>
              <a:t>Topic 7</a:t>
            </a:r>
            <a:br>
              <a:rPr lang="en-US"/>
            </a:br>
            <a:br>
              <a:rPr lang="en-US"/>
            </a:br>
            <a:r>
              <a:rPr lang="en-US"/>
              <a:t>Topic 8</a:t>
            </a:r>
          </a:p>
        </p:txBody>
      </p:sp>
    </p:spTree>
    <p:extLst>
      <p:ext uri="{BB962C8B-B14F-4D97-AF65-F5344CB8AC3E}">
        <p14:creationId xmlns:p14="http://schemas.microsoft.com/office/powerpoint/2010/main" val="1357830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FB56FB6-E0D6-9740-70C6-A9E7129BC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6747E1-3048-9246-73B7-B4D34371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5E23EF-BC43-C1A9-2A6B-A09EFC28C1C3}"/>
              </a:ext>
            </a:extLst>
          </p:cNvPr>
          <p:cNvCxnSpPr>
            <a:cxnSpLocks/>
          </p:cNvCxnSpPr>
          <p:nvPr/>
        </p:nvCxnSpPr>
        <p:spPr>
          <a:xfrm>
            <a:off x="6096000" y="444500"/>
            <a:ext cx="0" cy="5905500"/>
          </a:xfrm>
          <a:prstGeom prst="line">
            <a:avLst/>
          </a:prstGeom>
          <a:ln w="1905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1431111-20BF-CD54-A5CA-F046D85DE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3AF8B-B0F4-E456-5DDB-B628057A54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412750"/>
            <a:ext cx="5049822" cy="5968999"/>
          </a:xfrm>
        </p:spPr>
        <p:txBody>
          <a:bodyPr wrap="square" anchor="ctr">
            <a:noAutofit/>
          </a:bodyPr>
          <a:lstStyle>
            <a:lvl1pPr algn="l">
              <a:defRPr sz="6666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 slide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7784E536-0C90-81B1-3301-F4B948A89C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11157" y="412750"/>
            <a:ext cx="5004593" cy="59689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Topic 1</a:t>
            </a:r>
            <a:br>
              <a:rPr lang="en-US"/>
            </a:br>
            <a:br>
              <a:rPr lang="en-US"/>
            </a:br>
            <a:r>
              <a:rPr lang="en-US"/>
              <a:t>Topic 2</a:t>
            </a:r>
            <a:br>
              <a:rPr lang="en-US"/>
            </a:br>
            <a:br>
              <a:rPr lang="en-US"/>
            </a:br>
            <a:r>
              <a:rPr lang="en-US"/>
              <a:t>Topic 3</a:t>
            </a:r>
            <a:br>
              <a:rPr lang="en-US"/>
            </a:br>
            <a:br>
              <a:rPr lang="en-US"/>
            </a:br>
            <a:r>
              <a:rPr lang="en-US"/>
              <a:t>Topic 4</a:t>
            </a:r>
            <a:br>
              <a:rPr lang="en-US"/>
            </a:br>
            <a:br>
              <a:rPr lang="en-US"/>
            </a:br>
            <a:r>
              <a:rPr lang="en-US"/>
              <a:t>Topic 5</a:t>
            </a:r>
            <a:br>
              <a:rPr lang="en-US"/>
            </a:br>
            <a:br>
              <a:rPr lang="en-US"/>
            </a:br>
            <a:r>
              <a:rPr lang="en-US"/>
              <a:t>Topic 6</a:t>
            </a:r>
            <a:br>
              <a:rPr lang="en-US"/>
            </a:br>
            <a:br>
              <a:rPr lang="en-US"/>
            </a:br>
            <a:r>
              <a:rPr lang="en-US"/>
              <a:t>Topic 7</a:t>
            </a:r>
            <a:br>
              <a:rPr lang="en-US"/>
            </a:br>
            <a:br>
              <a:rPr lang="en-US"/>
            </a:br>
            <a:r>
              <a:rPr lang="en-US"/>
              <a:t>Topic 8</a:t>
            </a:r>
          </a:p>
        </p:txBody>
      </p:sp>
    </p:spTree>
    <p:extLst>
      <p:ext uri="{BB962C8B-B14F-4D97-AF65-F5344CB8AC3E}">
        <p14:creationId xmlns:p14="http://schemas.microsoft.com/office/powerpoint/2010/main" val="3425760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6250" y="444500"/>
            <a:ext cx="11239500" cy="59055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7333">
                <a:solidFill>
                  <a:schemeClr val="bg1"/>
                </a:solidFill>
              </a:defRPr>
            </a:lvl1pPr>
          </a:lstStyle>
          <a:p>
            <a:r>
              <a:rPr lang="en-US"/>
              <a:t>Divider heading, 88 pt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8DA4746-43AE-5857-AE62-110654514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140F3-B5D1-BBBA-A76B-8370602C7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D4E27C2-23D0-C1B1-EFA3-947411963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937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divider">
    <p:bg>
      <p:bgPr>
        <a:gradFill>
          <a:gsLst>
            <a:gs pos="0">
              <a:schemeClr val="tx2"/>
            </a:gs>
            <a:gs pos="97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6250" y="444500"/>
            <a:ext cx="11239500" cy="59055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7333">
                <a:solidFill>
                  <a:schemeClr val="bg1"/>
                </a:solidFill>
              </a:defRPr>
            </a:lvl1pPr>
          </a:lstStyle>
          <a:p>
            <a:r>
              <a:rPr lang="en-US"/>
              <a:t>Divider heading, 88 pt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856043D-087E-5CFB-AFD4-8FBA9AAEF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FCB30-C72A-08F7-3833-59C6A9791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0CB32B5-C7D2-F8FF-4140-5DD4D2F9A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1942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6250" y="444500"/>
            <a:ext cx="11256572" cy="59055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7333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heading, 88 pt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1B83C23-ACFC-68CE-11D5-198FAC19F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4E09C-53E9-2E7E-7FEF-AA1853A0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6A505B8-7A3D-C358-567F-420F94197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622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2720BE54-FF22-AB55-2522-0F75DB33DB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68117" y="447843"/>
            <a:ext cx="5508625" cy="5905500"/>
          </a:xfrm>
          <a:prstGeom prst="roundRect">
            <a:avLst>
              <a:gd name="adj" fmla="val 7827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E66CEFB-2D91-22F0-30D6-97A5AF5AA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1" y="476250"/>
            <a:ext cx="6366509" cy="59055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7333">
                <a:solidFill>
                  <a:schemeClr val="bg1"/>
                </a:solidFill>
              </a:defRPr>
            </a:lvl1pPr>
          </a:lstStyle>
          <a:p>
            <a:r>
              <a:rPr lang="en-US"/>
              <a:t>Divider heading, 88 pt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04DD727-320D-D688-4544-14719B348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A8C38-5CB2-55DD-8660-45C06E5D2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7B3AF1-3A8F-63D6-3DB4-A1122B06E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3461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divider with image">
    <p:bg>
      <p:bgPr>
        <a:gradFill flip="none" rotWithShape="1">
          <a:gsLst>
            <a:gs pos="0">
              <a:schemeClr val="tx2"/>
            </a:gs>
            <a:gs pos="98000">
              <a:schemeClr val="accent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04DD727-320D-D688-4544-14719B348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A8C38-5CB2-55DD-8660-45C06E5D2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7B3AF1-3A8F-63D6-3DB4-A1122B06E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C045DF-68C9-CFB2-C50B-B3442CC763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1" y="476250"/>
            <a:ext cx="6366509" cy="59055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7333">
                <a:solidFill>
                  <a:schemeClr val="bg1"/>
                </a:solidFill>
              </a:defRPr>
            </a:lvl1pPr>
          </a:lstStyle>
          <a:p>
            <a:r>
              <a:rPr lang="en-US"/>
              <a:t>Divider heading, 88 pt</a:t>
            </a:r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D3F57909-0A95-C798-A58D-CD694412BF8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68117" y="447843"/>
            <a:ext cx="5508625" cy="5905500"/>
          </a:xfrm>
          <a:prstGeom prst="roundRect">
            <a:avLst>
              <a:gd name="adj" fmla="val 7827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080001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divid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04DD727-320D-D688-4544-14719B348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A8C38-5CB2-55DD-8660-45C06E5D2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7B3AF1-3A8F-63D6-3DB4-A1122B06E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6624967-F792-88F5-FEE8-91200CC9A4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1" y="476250"/>
            <a:ext cx="6366509" cy="59055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7333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heading, 88 pt</a:t>
            </a:r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95842AAB-1F90-B5F8-C617-F3F9FF333B3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68117" y="447843"/>
            <a:ext cx="5508625" cy="5905500"/>
          </a:xfrm>
          <a:prstGeom prst="roundRect">
            <a:avLst>
              <a:gd name="adj" fmla="val 7827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41256329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4 person pane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540D14-ED66-CAC2-8CFD-E91F177D7E8C}"/>
              </a:ext>
            </a:extLst>
          </p:cNvPr>
          <p:cNvSpPr/>
          <p:nvPr/>
        </p:nvSpPr>
        <p:spPr>
          <a:xfrm>
            <a:off x="476250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1FEB91E-0DEF-EE04-7A6B-47E90C5520C2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575960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267CCAC-23CF-AE20-FBC2-5838E680C41B}"/>
              </a:ext>
            </a:extLst>
          </p:cNvPr>
          <p:cNvSpPr/>
          <p:nvPr/>
        </p:nvSpPr>
        <p:spPr>
          <a:xfrm>
            <a:off x="3499252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1EE2ECC7-36AA-522D-0FC2-CA1A3B28666C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3598962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4D2FB07-75B9-1336-BC29-60C5C3378527}"/>
              </a:ext>
            </a:extLst>
          </p:cNvPr>
          <p:cNvSpPr/>
          <p:nvPr/>
        </p:nvSpPr>
        <p:spPr>
          <a:xfrm>
            <a:off x="6522255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38F7B745-B538-83C6-0E0E-C3C0355D249C}"/>
              </a:ext>
            </a:extLst>
          </p:cNvPr>
          <p:cNvSpPr>
            <a:spLocks noGrp="1" noChangeAspect="1"/>
          </p:cNvSpPr>
          <p:nvPr>
            <p:ph type="pic" sz="quarter" idx="47" hasCustomPrompt="1"/>
          </p:nvPr>
        </p:nvSpPr>
        <p:spPr>
          <a:xfrm>
            <a:off x="6621965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3B766D-7CAC-B711-3C2E-A3D7C48F4ECD}"/>
              </a:ext>
            </a:extLst>
          </p:cNvPr>
          <p:cNvSpPr/>
          <p:nvPr/>
        </p:nvSpPr>
        <p:spPr>
          <a:xfrm>
            <a:off x="9545257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4A0AC6EF-5A05-7EF3-82B9-F63CF978C7B3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9644967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5483FC56-563C-EF70-DC3D-B49EDC69F56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312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EA0D08F-B492-6773-8222-B4AD6BAFBA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312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C6C87FD3-D1B3-F981-039C-9EB61374D4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06743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3B5ACB0E-B48A-C209-EA9F-5DF1AF2E9F3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506743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5DC8670A-62F3-F3CA-2BE0-FB8689CFCFB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37173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14C9374-E903-BD4F-CE77-28D170A1D8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37173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CCC60CF-1C50-6C47-574B-05EE6A9E68E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67604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B972D543-2A12-3694-8615-080F0A30D83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567604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F08A85F5-5236-D0F2-7C30-34CD063DC8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44223"/>
            <a:ext cx="11277600" cy="2384778"/>
          </a:xfrm>
        </p:spPr>
        <p:txBody>
          <a:bodyPr anchor="ctr">
            <a:noAutofit/>
          </a:bodyPr>
          <a:lstStyle>
            <a:lvl1pPr marL="0" marR="0" indent="0" algn="ctr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Type the panel title here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AA1890CE-8A0C-BF8C-5778-45A59DC2DB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189" y="444500"/>
            <a:ext cx="2183623" cy="43463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8398095-DF9C-B508-5737-7A4053AD7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8552EFF-5A5C-E10F-5856-AD2E204BA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078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58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3 person pane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258293-4827-DF05-4D60-279D474F2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44223"/>
            <a:ext cx="11277600" cy="2384778"/>
          </a:xfrm>
        </p:spPr>
        <p:txBody>
          <a:bodyPr anchor="ctr">
            <a:noAutofit/>
          </a:bodyPr>
          <a:lstStyle>
            <a:lvl1pPr marL="0" marR="0" indent="0" algn="ctr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Type the panel title here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C92523FC-1D32-0F58-B383-09F9880A89C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189" y="444500"/>
            <a:ext cx="2183623" cy="434630"/>
          </a:xfrm>
          <a:prstGeom prst="rect">
            <a:avLst/>
          </a:prstGeom>
        </p:spPr>
      </p:pic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4A15B5B-40AB-F38D-E71B-B105F2D72221}"/>
              </a:ext>
            </a:extLst>
          </p:cNvPr>
          <p:cNvSpPr/>
          <p:nvPr/>
        </p:nvSpPr>
        <p:spPr>
          <a:xfrm>
            <a:off x="1576891" y="3494281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0" name="Picture Placeholder 7">
            <a:extLst>
              <a:ext uri="{FF2B5EF4-FFF2-40B4-BE49-F238E27FC236}">
                <a16:creationId xmlns:a16="http://schemas.microsoft.com/office/drawing/2014/main" id="{129BE68D-3D91-E920-315A-3C294573E320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676601" y="3594093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D07B682-748E-5B2C-D482-65A826116F7C}"/>
              </a:ext>
            </a:extLst>
          </p:cNvPr>
          <p:cNvSpPr/>
          <p:nvPr/>
        </p:nvSpPr>
        <p:spPr>
          <a:xfrm>
            <a:off x="5071891" y="3496900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E77BD820-9887-00DC-D423-1D3CC35BE532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5171601" y="3596712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436E0F0-1F02-906F-36E4-0425548C50BE}"/>
              </a:ext>
            </a:extLst>
          </p:cNvPr>
          <p:cNvSpPr/>
          <p:nvPr/>
        </p:nvSpPr>
        <p:spPr>
          <a:xfrm>
            <a:off x="8566891" y="3494281"/>
            <a:ext cx="2182917" cy="2853100"/>
          </a:xfrm>
          <a:prstGeom prst="roundRect">
            <a:avLst>
              <a:gd name="adj" fmla="val 12090"/>
            </a:avLst>
          </a:prstGeom>
          <a:gradFill flip="none" rotWithShape="1">
            <a:gsLst>
              <a:gs pos="100000">
                <a:schemeClr val="tx1"/>
              </a:gs>
              <a:gs pos="0">
                <a:schemeClr val="tx1"/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52CD4478-E5C8-8B4D-E5A2-2BE1142780D4}"/>
              </a:ext>
            </a:extLst>
          </p:cNvPr>
          <p:cNvSpPr>
            <a:spLocks noGrp="1" noChangeAspect="1"/>
          </p:cNvSpPr>
          <p:nvPr>
            <p:ph type="pic" sz="quarter" idx="47" hasCustomPrompt="1"/>
          </p:nvPr>
        </p:nvSpPr>
        <p:spPr>
          <a:xfrm>
            <a:off x="8666601" y="3594093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C1B5073-7B05-6E1D-1DE5-42763DEC115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76953" y="5970380"/>
            <a:ext cx="2160570" cy="297454"/>
          </a:xfrm>
        </p:spPr>
        <p:txBody>
          <a:bodyPr wrap="square"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>
                    <a:alpha val="90000"/>
                  </a:schemeClr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78C943AB-D8D2-CEF4-76EB-F35694B34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6953" y="5630170"/>
            <a:ext cx="2160570" cy="329642"/>
          </a:xfrm>
        </p:spPr>
        <p:txBody>
          <a:bodyPr wrap="square"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894C7A8E-1EAE-A913-A59B-7A75FAA2D90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79381" y="5972999"/>
            <a:ext cx="2160570" cy="297454"/>
          </a:xfrm>
        </p:spPr>
        <p:txBody>
          <a:bodyPr wrap="square"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>
                    <a:alpha val="90000"/>
                  </a:schemeClr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014B3DC6-8500-678A-AAE1-6A2577E6386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9381" y="5632789"/>
            <a:ext cx="2160570" cy="329642"/>
          </a:xfrm>
        </p:spPr>
        <p:txBody>
          <a:bodyPr wrap="square"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81A241CD-285F-AA1D-9AE2-3859DF5B971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581809" y="5970380"/>
            <a:ext cx="2160570" cy="297454"/>
          </a:xfrm>
        </p:spPr>
        <p:txBody>
          <a:bodyPr wrap="square"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>
                    <a:alpha val="90000"/>
                  </a:schemeClr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BADA828B-DA58-AB29-3899-E82C5999254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581809" y="5630170"/>
            <a:ext cx="2160570" cy="329642"/>
          </a:xfrm>
        </p:spPr>
        <p:txBody>
          <a:bodyPr wrap="square"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4E978B-7F38-2580-B23C-916C22C99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1C0633C-0763-3109-BFC2-0C05CDD27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218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60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2 person pane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0BCC4A00-B6C0-13A4-FB5D-716FAAE9FA6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189" y="444500"/>
            <a:ext cx="2183623" cy="4346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7CA68EB-4D9C-3D23-D17A-0E4AA674A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44223"/>
            <a:ext cx="11277600" cy="2384778"/>
          </a:xfrm>
        </p:spPr>
        <p:txBody>
          <a:bodyPr anchor="ctr">
            <a:noAutofit/>
          </a:bodyPr>
          <a:lstStyle>
            <a:lvl1pPr marL="0" marR="0" indent="0" algn="ctr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Type the panel title here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06D5D8-3543-6EC7-494F-84BCB1011307}"/>
              </a:ext>
            </a:extLst>
          </p:cNvPr>
          <p:cNvSpPr/>
          <p:nvPr/>
        </p:nvSpPr>
        <p:spPr>
          <a:xfrm>
            <a:off x="3159193" y="3496900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5A597564-308B-6028-D822-2607776D73F9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3258903" y="3596712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B3D5B34-27B5-7CFC-B685-D5E551F0BC18}"/>
              </a:ext>
            </a:extLst>
          </p:cNvPr>
          <p:cNvSpPr/>
          <p:nvPr/>
        </p:nvSpPr>
        <p:spPr>
          <a:xfrm>
            <a:off x="6849891" y="3496900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8FF9ACE1-C8D1-D0D3-3FA5-96F0F4AFEAB5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6949601" y="3596712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F7AA2D9-E29E-88E5-2205-B58A9FA593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59255" y="5972999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07A84D4-AC9C-5432-4456-64E8FB65DA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59255" y="5632789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B8B47DE-4F8F-F88E-ABD6-42F54AC733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857381" y="5972999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C3ED963-D547-5482-7AF2-E788207F1B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857381" y="5632789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34D664C-C1CB-929B-9B0D-F7C42A2CA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4CB11C-AECC-978A-7834-018E6C432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03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60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1 sp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74F676-211C-A1D8-3E03-A130116F49FA}"/>
              </a:ext>
            </a:extLst>
          </p:cNvPr>
          <p:cNvSpPr/>
          <p:nvPr/>
        </p:nvSpPr>
        <p:spPr>
          <a:xfrm>
            <a:off x="7849307" y="1445688"/>
            <a:ext cx="3884083" cy="4830450"/>
          </a:xfrm>
          <a:prstGeom prst="roundRect">
            <a:avLst>
              <a:gd name="adj" fmla="val 10127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018B8076-CB6F-5E9B-E2EC-8B2D4811BE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08254" y="5717829"/>
            <a:ext cx="3366188" cy="41381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CC7F634-8E35-8FBB-7A5C-B7BBFA0A2D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08254" y="5285639"/>
            <a:ext cx="3366188" cy="385857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2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0BCC4A00-B6C0-13A4-FB5D-716FAAE9FA6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50" y="446138"/>
            <a:ext cx="2183623" cy="434630"/>
          </a:xfrm>
          <a:prstGeom prst="rect">
            <a:avLst/>
          </a:prstGeom>
        </p:spPr>
      </p:pic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ADF830C8-6BD8-FDE4-3193-E99E24DBDD6E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8011674" y="1604171"/>
            <a:ext cx="3559349" cy="3555223"/>
          </a:xfrm>
          <a:prstGeom prst="roundRect">
            <a:avLst>
              <a:gd name="adj" fmla="val 9404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B176291-9A4C-9D5A-4AEA-21AACEF48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873D1A0-2704-10EC-06F5-78546864E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5413D2-7065-C659-6881-D86AB911B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88555"/>
            <a:ext cx="6384925" cy="1905000"/>
          </a:xfrm>
        </p:spPr>
        <p:txBody>
          <a:bodyPr anchor="b">
            <a:noAutofit/>
          </a:bodyPr>
          <a:lstStyle>
            <a:lvl1pPr marL="0" marR="0" indent="0" algn="l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speaker event here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CEB06C3-D442-6927-B6FD-1DCB6195AD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005781"/>
            <a:ext cx="6384925" cy="305853"/>
          </a:xfrm>
        </p:spPr>
        <p:txBody>
          <a:bodyPr>
            <a:spAutoFit/>
          </a:bodyPr>
          <a:lstStyle>
            <a:lvl1pPr marL="0" indent="0" algn="l" defTabSz="380985" rtl="0" eaLnBrk="1" latinLnBrk="0" hangingPunct="1">
              <a:buNone/>
              <a:defRPr lang="en-US" sz="1500" b="1" i="0" kern="1200" spc="500" dirty="0" smtClean="0">
                <a:solidFill>
                  <a:schemeClr val="accent3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</p:spTree>
    <p:extLst>
      <p:ext uri="{BB962C8B-B14F-4D97-AF65-F5344CB8AC3E}">
        <p14:creationId xmlns:p14="http://schemas.microsoft.com/office/powerpoint/2010/main" val="2481560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4 person panel">
    <p:bg>
      <p:bgPr>
        <a:gradFill>
          <a:gsLst>
            <a:gs pos="100000">
              <a:schemeClr val="accent1"/>
            </a:gs>
            <a:gs pos="3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F08A85F5-5236-D0F2-7C30-34CD063DC8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44223"/>
            <a:ext cx="11277600" cy="2384778"/>
          </a:xfrm>
        </p:spPr>
        <p:txBody>
          <a:bodyPr anchor="ctr">
            <a:noAutofit/>
          </a:bodyPr>
          <a:lstStyle>
            <a:lvl1pPr marL="0" marR="0" indent="0" algn="ctr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Type the panel title here</a:t>
            </a:r>
          </a:p>
        </p:txBody>
      </p:sp>
      <p:pic>
        <p:nvPicPr>
          <p:cNvPr id="33" name="Picture 32" descr="A black and white logo&#10;&#10;AI-generated content may be incorrect.">
            <a:extLst>
              <a:ext uri="{FF2B5EF4-FFF2-40B4-BE49-F238E27FC236}">
                <a16:creationId xmlns:a16="http://schemas.microsoft.com/office/drawing/2014/main" id="{E621442F-23DF-E822-11A9-DE891530256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189" y="444500"/>
            <a:ext cx="2183623" cy="43463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649FB32-EADC-2128-C6EA-522F04C19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EBBD0-D9D0-F1C2-6CF2-708C454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C167852-9912-EC3F-BF4E-CC2274245591}"/>
              </a:ext>
            </a:extLst>
          </p:cNvPr>
          <p:cNvSpPr/>
          <p:nvPr/>
        </p:nvSpPr>
        <p:spPr>
          <a:xfrm>
            <a:off x="476250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0E2E1D16-7859-1F5D-6867-5C6FF3602AB1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575960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56EC5E-0349-8EA1-2F5C-D1D331702F91}"/>
              </a:ext>
            </a:extLst>
          </p:cNvPr>
          <p:cNvSpPr/>
          <p:nvPr/>
        </p:nvSpPr>
        <p:spPr>
          <a:xfrm>
            <a:off x="3499252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B313C0F9-49DB-DCE9-097A-F5B8B35CDC42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3598962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084BAF7-6757-B36C-7BD5-1349FBC09078}"/>
              </a:ext>
            </a:extLst>
          </p:cNvPr>
          <p:cNvSpPr/>
          <p:nvPr/>
        </p:nvSpPr>
        <p:spPr>
          <a:xfrm>
            <a:off x="6522255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AE2949EC-26AF-3690-BE72-0D3C37EA1C1A}"/>
              </a:ext>
            </a:extLst>
          </p:cNvPr>
          <p:cNvSpPr>
            <a:spLocks noGrp="1" noChangeAspect="1"/>
          </p:cNvSpPr>
          <p:nvPr>
            <p:ph type="pic" sz="quarter" idx="47" hasCustomPrompt="1"/>
          </p:nvPr>
        </p:nvSpPr>
        <p:spPr>
          <a:xfrm>
            <a:off x="6621965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57F776E-A231-6C61-0016-775D9958B31E}"/>
              </a:ext>
            </a:extLst>
          </p:cNvPr>
          <p:cNvSpPr/>
          <p:nvPr/>
        </p:nvSpPr>
        <p:spPr>
          <a:xfrm>
            <a:off x="9545257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FAF6FDD7-72C1-D15B-3D2B-506AA94D74E5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9644967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89A4858-46B2-CA0B-C7E7-863E82052E2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312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CF605A3-FC16-CDA5-6740-4ACFC7E60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312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B178BAE8-CA3F-51DB-ED1D-7767D7140E4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06743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8CEADCB-2B40-4978-3716-F1D9F47F5D3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506743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C34B5AE1-AB70-3B44-B01F-0F6EAA8F50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37173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C098317C-B96B-BD40-ADD7-50178704209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37173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5BC04630-5685-30E4-3E3C-2DA2D42323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67604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1A0F008C-5625-9300-ED6D-F2D75A81DFF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567604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684556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58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3 person panel">
    <p:bg>
      <p:bgPr>
        <a:gradFill>
          <a:gsLst>
            <a:gs pos="100000">
              <a:schemeClr val="accent1"/>
            </a:gs>
            <a:gs pos="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258293-4827-DF05-4D60-279D474F2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44223"/>
            <a:ext cx="11277600" cy="2384778"/>
          </a:xfrm>
        </p:spPr>
        <p:txBody>
          <a:bodyPr anchor="ctr">
            <a:noAutofit/>
          </a:bodyPr>
          <a:lstStyle>
            <a:lvl1pPr marL="0" marR="0" indent="0" algn="ctr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Type the panel title here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C92523FC-1D32-0F58-B383-09F9880A89C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189" y="444500"/>
            <a:ext cx="2183623" cy="434630"/>
          </a:xfrm>
          <a:prstGeom prst="rect">
            <a:avLst/>
          </a:prstGeom>
        </p:spPr>
      </p:pic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4A15B5B-40AB-F38D-E71B-B105F2D72221}"/>
              </a:ext>
            </a:extLst>
          </p:cNvPr>
          <p:cNvSpPr/>
          <p:nvPr/>
        </p:nvSpPr>
        <p:spPr>
          <a:xfrm>
            <a:off x="1576891" y="3494281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0" name="Picture Placeholder 7">
            <a:extLst>
              <a:ext uri="{FF2B5EF4-FFF2-40B4-BE49-F238E27FC236}">
                <a16:creationId xmlns:a16="http://schemas.microsoft.com/office/drawing/2014/main" id="{129BE68D-3D91-E920-315A-3C294573E320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676601" y="3594093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D07B682-748E-5B2C-D482-65A826116F7C}"/>
              </a:ext>
            </a:extLst>
          </p:cNvPr>
          <p:cNvSpPr/>
          <p:nvPr/>
        </p:nvSpPr>
        <p:spPr>
          <a:xfrm>
            <a:off x="5071891" y="3496900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E77BD820-9887-00DC-D423-1D3CC35BE532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5171601" y="3596712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436E0F0-1F02-906F-36E4-0425548C50BE}"/>
              </a:ext>
            </a:extLst>
          </p:cNvPr>
          <p:cNvSpPr/>
          <p:nvPr/>
        </p:nvSpPr>
        <p:spPr>
          <a:xfrm>
            <a:off x="8566891" y="3494281"/>
            <a:ext cx="2182917" cy="2853100"/>
          </a:xfrm>
          <a:prstGeom prst="roundRect">
            <a:avLst>
              <a:gd name="adj" fmla="val 12090"/>
            </a:avLst>
          </a:prstGeom>
          <a:gradFill flip="none" rotWithShape="1">
            <a:gsLst>
              <a:gs pos="100000">
                <a:schemeClr val="tx1"/>
              </a:gs>
              <a:gs pos="0">
                <a:schemeClr val="tx1"/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52CD4478-E5C8-8B4D-E5A2-2BE1142780D4}"/>
              </a:ext>
            </a:extLst>
          </p:cNvPr>
          <p:cNvSpPr>
            <a:spLocks noGrp="1" noChangeAspect="1"/>
          </p:cNvSpPr>
          <p:nvPr>
            <p:ph type="pic" sz="quarter" idx="47" hasCustomPrompt="1"/>
          </p:nvPr>
        </p:nvSpPr>
        <p:spPr>
          <a:xfrm>
            <a:off x="8666601" y="3594093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C1B5073-7B05-6E1D-1DE5-42763DEC115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76953" y="5970380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78C943AB-D8D2-CEF4-76EB-F35694B34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6953" y="5630170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894C7A8E-1EAE-A913-A59B-7A75FAA2D90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79381" y="5972999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014B3DC6-8500-678A-AAE1-6A2577E6386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9381" y="5632789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81A241CD-285F-AA1D-9AE2-3859DF5B971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581809" y="5970380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BADA828B-DA58-AB29-3899-E82C5999254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581809" y="5630170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AE5CFF2-B4F7-0B94-3C2D-4F544EFAA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513DD43-3B63-9E89-6171-FCC7861C8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904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60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2 person panel">
    <p:bg>
      <p:bgPr>
        <a:gradFill>
          <a:gsLst>
            <a:gs pos="100000">
              <a:schemeClr val="accent1"/>
            </a:gs>
            <a:gs pos="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0BCC4A00-B6C0-13A4-FB5D-716FAAE9FA6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189" y="444500"/>
            <a:ext cx="2183623" cy="4346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7CA68EB-4D9C-3D23-D17A-0E4AA674A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44223"/>
            <a:ext cx="11277600" cy="2384778"/>
          </a:xfrm>
        </p:spPr>
        <p:txBody>
          <a:bodyPr anchor="ctr">
            <a:noAutofit/>
          </a:bodyPr>
          <a:lstStyle>
            <a:lvl1pPr marL="0" marR="0" indent="0" algn="ctr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Type the fireside chat title here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06D5D8-3543-6EC7-494F-84BCB1011307}"/>
              </a:ext>
            </a:extLst>
          </p:cNvPr>
          <p:cNvSpPr/>
          <p:nvPr/>
        </p:nvSpPr>
        <p:spPr>
          <a:xfrm>
            <a:off x="3159193" y="3496900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5A597564-308B-6028-D822-2607776D73F9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3258903" y="3596712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B3D5B34-27B5-7CFC-B685-D5E551F0BC18}"/>
              </a:ext>
            </a:extLst>
          </p:cNvPr>
          <p:cNvSpPr/>
          <p:nvPr/>
        </p:nvSpPr>
        <p:spPr>
          <a:xfrm>
            <a:off x="6849891" y="3496900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8FF9ACE1-C8D1-D0D3-3FA5-96F0F4AFEAB5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6949601" y="3596712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F7AA2D9-E29E-88E5-2205-B58A9FA593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59255" y="5972999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07A84D4-AC9C-5432-4456-64E8FB65DA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59255" y="5632789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B8B47DE-4F8F-F88E-ABD6-42F54AC733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857381" y="5972999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C3ED963-D547-5482-7AF2-E788207F1B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857381" y="5632789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3B8DEC5-F7CB-3134-3A07-66C63061C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31E2EBB-1295-EC87-2E79-B1E1CD6C5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324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60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1 speaker">
    <p:bg>
      <p:bgPr>
        <a:gradFill flip="none" rotWithShape="1">
          <a:gsLst>
            <a:gs pos="0">
              <a:schemeClr val="bg2"/>
            </a:gs>
            <a:gs pos="100000">
              <a:schemeClr val="accent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0BCC4A00-B6C0-13A4-FB5D-716FAAE9FA6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50" y="446138"/>
            <a:ext cx="2183623" cy="43463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7A2949B-69DF-A0B0-FCDA-256E080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7DC811A-FEC4-3BF0-C818-9E21A37C6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588CBE9-9A02-352C-CE0F-51A2860056A4}"/>
              </a:ext>
            </a:extLst>
          </p:cNvPr>
          <p:cNvSpPr/>
          <p:nvPr/>
        </p:nvSpPr>
        <p:spPr>
          <a:xfrm>
            <a:off x="7849307" y="1445688"/>
            <a:ext cx="3884083" cy="4830450"/>
          </a:xfrm>
          <a:prstGeom prst="roundRect">
            <a:avLst>
              <a:gd name="adj" fmla="val 10127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42C115F5-0E1E-6094-67E9-90ED0D02CC7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08254" y="5717829"/>
            <a:ext cx="3366188" cy="41381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FA50128-72C0-7BDF-7E65-F42DF5C09E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08254" y="5285639"/>
            <a:ext cx="3366188" cy="385857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2667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DB0C87C9-808E-527F-CF8F-4FD67E9B817B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8011674" y="1604171"/>
            <a:ext cx="3559349" cy="3555223"/>
          </a:xfrm>
          <a:prstGeom prst="roundRect">
            <a:avLst>
              <a:gd name="adj" fmla="val 9404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869E9A2-F135-53B8-CEAA-54CB989A0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88555"/>
            <a:ext cx="6384925" cy="1905000"/>
          </a:xfrm>
        </p:spPr>
        <p:txBody>
          <a:bodyPr anchor="b">
            <a:noAutofit/>
          </a:bodyPr>
          <a:lstStyle>
            <a:lvl1pPr marL="0" marR="0" indent="0" algn="l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speaker event here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D0A49EA-6DD6-D97B-D6FD-378800A23C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980798"/>
            <a:ext cx="6384925" cy="305853"/>
          </a:xfrm>
        </p:spPr>
        <p:txBody>
          <a:bodyPr>
            <a:spAutoFit/>
          </a:bodyPr>
          <a:lstStyle>
            <a:lvl1pPr marL="0" indent="0" algn="l" defTabSz="380985" rtl="0" eaLnBrk="1" latinLnBrk="0" hangingPunct="1">
              <a:buNone/>
              <a:defRPr lang="en-US" sz="1500" b="1" i="0" kern="1200" spc="500" dirty="0" smtClean="0">
                <a:solidFill>
                  <a:schemeClr val="accent3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</p:spTree>
    <p:extLst>
      <p:ext uri="{BB962C8B-B14F-4D97-AF65-F5344CB8AC3E}">
        <p14:creationId xmlns:p14="http://schemas.microsoft.com/office/powerpoint/2010/main" val="369017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4 person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2E2D0B-68ED-66D9-9666-CA59FFDBC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44223"/>
            <a:ext cx="11277600" cy="2384778"/>
          </a:xfrm>
        </p:spPr>
        <p:txBody>
          <a:bodyPr anchor="ctr">
            <a:noAutofit/>
          </a:bodyPr>
          <a:lstStyle>
            <a:lvl1pPr marL="0" marR="0" indent="0" algn="ctr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Type the panel title here</a:t>
            </a:r>
          </a:p>
        </p:txBody>
      </p:sp>
      <p:pic>
        <p:nvPicPr>
          <p:cNvPr id="16" name="Picture 15" descr="A close up of a logo&#10;&#10;AI-generated content may be incorrect.">
            <a:extLst>
              <a:ext uri="{FF2B5EF4-FFF2-40B4-BE49-F238E27FC236}">
                <a16:creationId xmlns:a16="http://schemas.microsoft.com/office/drawing/2014/main" id="{6D4127B7-9A8D-E8B6-F93B-897F3F94B18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2530" y="460375"/>
            <a:ext cx="2186940" cy="43529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1E9D409-3543-CCDD-A408-AC6C5DE2F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7D35917-9C23-BC3F-F613-53873EE77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1D875F8-F7F7-BCE4-E241-369408A9CE8A}"/>
              </a:ext>
            </a:extLst>
          </p:cNvPr>
          <p:cNvSpPr/>
          <p:nvPr/>
        </p:nvSpPr>
        <p:spPr>
          <a:xfrm>
            <a:off x="476250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3E4F1FF-8283-AE8E-F045-B0ACED13CE08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575960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7DE837-D343-51CC-9404-781C1FD309A9}"/>
              </a:ext>
            </a:extLst>
          </p:cNvPr>
          <p:cNvSpPr/>
          <p:nvPr/>
        </p:nvSpPr>
        <p:spPr>
          <a:xfrm>
            <a:off x="3499252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B94A2414-ED56-5CB5-B0B1-7FE0D3B82382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3598962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3922047-DA47-CAA2-B566-484E61F0C770}"/>
              </a:ext>
            </a:extLst>
          </p:cNvPr>
          <p:cNvSpPr/>
          <p:nvPr/>
        </p:nvSpPr>
        <p:spPr>
          <a:xfrm>
            <a:off x="6522255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9B31499-11AF-BDDA-A2D2-2B5422374EAE}"/>
              </a:ext>
            </a:extLst>
          </p:cNvPr>
          <p:cNvSpPr>
            <a:spLocks noGrp="1" noChangeAspect="1"/>
          </p:cNvSpPr>
          <p:nvPr>
            <p:ph type="pic" sz="quarter" idx="47" hasCustomPrompt="1"/>
          </p:nvPr>
        </p:nvSpPr>
        <p:spPr>
          <a:xfrm>
            <a:off x="6621965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4B87798-A296-782B-8F38-46FD0F83BB38}"/>
              </a:ext>
            </a:extLst>
          </p:cNvPr>
          <p:cNvSpPr/>
          <p:nvPr/>
        </p:nvSpPr>
        <p:spPr>
          <a:xfrm>
            <a:off x="9545257" y="3479663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A975119-0387-FA64-B731-889319D1C98C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9644967" y="3579475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BA84E8F-FFA0-62A5-02FA-FBEDE7C49B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312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7C3945C-CC94-4B4E-75D9-625BC5DBDA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312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F1205C8-7512-21B5-5822-70C86071D2F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06743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4730503-5AF6-7821-D52A-5438B2DDEAC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506743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B8FC22F-0E58-557C-815A-FA6444568B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37173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AEED921-E83A-34A2-43F5-7B60370569E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37173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88B9865B-B04A-5317-C391-CF36A704686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67604" y="5955762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AE1C25EB-0E6F-3DC1-3AA8-296B08F57C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567604" y="5615552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944393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08">
          <p15:clr>
            <a:srgbClr val="FBAE40"/>
          </p15:clr>
        </p15:guide>
        <p15:guide id="2" pos="528">
          <p15:clr>
            <a:srgbClr val="FBAE40"/>
          </p15:clr>
        </p15:guide>
        <p15:guide id="3" pos="868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person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2E2D0B-68ED-66D9-9666-CA59FFDBC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44223"/>
            <a:ext cx="11277600" cy="2384778"/>
          </a:xfrm>
        </p:spPr>
        <p:txBody>
          <a:bodyPr anchor="ctr">
            <a:noAutofit/>
          </a:bodyPr>
          <a:lstStyle>
            <a:lvl1pPr marL="0" marR="0" indent="0" algn="ctr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Type the panel title here</a:t>
            </a:r>
          </a:p>
        </p:txBody>
      </p: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53594634-E26C-E5B8-81AD-35E63B93A8B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2530" y="460375"/>
            <a:ext cx="2186940" cy="43529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301EC81-3DD2-B4CA-FFD1-4E92986F0B6D}"/>
              </a:ext>
            </a:extLst>
          </p:cNvPr>
          <p:cNvSpPr/>
          <p:nvPr/>
        </p:nvSpPr>
        <p:spPr>
          <a:xfrm>
            <a:off x="1576891" y="3494281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A8F57908-C227-5A69-6433-21A690968A04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676601" y="3594093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F691272-B75A-D2C6-0C93-0B2EB70B1900}"/>
              </a:ext>
            </a:extLst>
          </p:cNvPr>
          <p:cNvSpPr/>
          <p:nvPr/>
        </p:nvSpPr>
        <p:spPr>
          <a:xfrm>
            <a:off x="5071891" y="3496900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C826FD85-8EB1-9B31-78D3-87DC40DB63F1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5171601" y="3596712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3A087FF-7034-E746-F8AB-47DA6E1E3F44}"/>
              </a:ext>
            </a:extLst>
          </p:cNvPr>
          <p:cNvSpPr/>
          <p:nvPr/>
        </p:nvSpPr>
        <p:spPr>
          <a:xfrm>
            <a:off x="8566891" y="3494281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4E1B1061-5D17-019A-7905-339479E57713}"/>
              </a:ext>
            </a:extLst>
          </p:cNvPr>
          <p:cNvSpPr>
            <a:spLocks noGrp="1" noChangeAspect="1"/>
          </p:cNvSpPr>
          <p:nvPr>
            <p:ph type="pic" sz="quarter" idx="47" hasCustomPrompt="1"/>
          </p:nvPr>
        </p:nvSpPr>
        <p:spPr>
          <a:xfrm>
            <a:off x="8666601" y="3594093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251C38BF-CFF4-0113-2125-3168E24F6E2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76953" y="5970380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247580B-4975-EAE4-F5F9-A41217AB9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6953" y="5630170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32579E3-7603-1A75-5E18-B9609714528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79381" y="5972999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2D37F56F-3E9F-B75F-2D66-C58A7161079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9381" y="5632789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6D7ADC0-DB84-F089-2D3B-3C92B717EA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581809" y="5970380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5B975289-76A5-1474-D0EC-4B3FFD75E55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581809" y="5630170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AC0134-A49B-5703-E687-198180EC6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3CA642F-A459-D6FB-123A-AFEB56B8D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437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08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2 person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06B3D3-8AD1-255C-F2ED-E35F417433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44223"/>
            <a:ext cx="11277600" cy="2384778"/>
          </a:xfrm>
        </p:spPr>
        <p:txBody>
          <a:bodyPr anchor="ctr">
            <a:noAutofit/>
          </a:bodyPr>
          <a:lstStyle>
            <a:lvl1pPr marL="0" marR="0" indent="0" algn="ctr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Type the panel title here</a:t>
            </a:r>
          </a:p>
        </p:txBody>
      </p: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2885D7D5-978D-CC68-CECA-9538EAEBAF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2530" y="460375"/>
            <a:ext cx="2186940" cy="43529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B61151-03E5-ED63-BE8F-B799D1BAC1A7}"/>
              </a:ext>
            </a:extLst>
          </p:cNvPr>
          <p:cNvSpPr/>
          <p:nvPr/>
        </p:nvSpPr>
        <p:spPr>
          <a:xfrm>
            <a:off x="3159193" y="3496900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1AF49690-D6B8-BEF9-A5FA-AEC1D164331E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3258903" y="3596712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64F1A5-DC6A-1761-17C8-C9BF674D782B}"/>
              </a:ext>
            </a:extLst>
          </p:cNvPr>
          <p:cNvSpPr/>
          <p:nvPr/>
        </p:nvSpPr>
        <p:spPr>
          <a:xfrm>
            <a:off x="6849891" y="3496900"/>
            <a:ext cx="2182917" cy="2853100"/>
          </a:xfrm>
          <a:prstGeom prst="roundRect">
            <a:avLst>
              <a:gd name="adj" fmla="val 120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56078C97-F2F8-32F2-925B-685E7C3F046E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6949601" y="3596712"/>
            <a:ext cx="1983499" cy="1981200"/>
          </a:xfrm>
          <a:prstGeom prst="roundRect">
            <a:avLst>
              <a:gd name="adj" fmla="val 1138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AB7EBA5-6EB3-59A9-2626-C36A9B26D90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59255" y="5972999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12811AF-129C-F103-C670-DDB8C79F83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59255" y="5632789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612A65E-BA26-B8FC-AF05-BE90EF17050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857381" y="5972999"/>
            <a:ext cx="2160570" cy="297454"/>
          </a:xfrm>
        </p:spPr>
        <p:txBody>
          <a:bodyPr lIns="182880" rIns="18288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B95C8BE-15C6-D122-4CA5-51524B385E4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857381" y="5632789"/>
            <a:ext cx="2160570" cy="329642"/>
          </a:xfrm>
        </p:spPr>
        <p:txBody>
          <a:bodyPr lIns="182880" rIns="182880" anchor="ctr">
            <a:spAutoFit/>
          </a:bodyPr>
          <a:lstStyle>
            <a:lvl1pPr marL="0" indent="0" algn="ctr">
              <a:buFontTx/>
              <a:buNone/>
              <a:defRPr sz="1667" b="1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E3157EC-8660-C3A8-6F21-0D47878AF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860EA80-FE65-A89B-A876-78007137D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36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4608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1 speak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5F425CDD-DA8E-67C5-8AEE-49DCE8FED31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500" y="461084"/>
            <a:ext cx="2186940" cy="43529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6FC9F7D-150B-FAAE-DCCF-CBE6AE9BD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DA03447-095E-00FB-6195-A9A60C079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8E11549-89BD-9992-8265-71D169C20D08}"/>
              </a:ext>
            </a:extLst>
          </p:cNvPr>
          <p:cNvSpPr/>
          <p:nvPr/>
        </p:nvSpPr>
        <p:spPr>
          <a:xfrm>
            <a:off x="7849307" y="1445688"/>
            <a:ext cx="3884083" cy="4830450"/>
          </a:xfrm>
          <a:prstGeom prst="roundRect">
            <a:avLst>
              <a:gd name="adj" fmla="val 10127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accent6"/>
              </a:solidFill>
            </a:endParaRP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F91FB3F-6F37-174B-0C88-2A158D6AFEE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08254" y="5717829"/>
            <a:ext cx="3366188" cy="41381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58866C4-4E05-6C82-BCAD-A1EF3521A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08254" y="5285639"/>
            <a:ext cx="3366188" cy="385857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2667" b="1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AFA00E38-AB9A-855A-0ED4-F019F839F1EE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8011674" y="1604171"/>
            <a:ext cx="3559349" cy="3555223"/>
          </a:xfrm>
          <a:prstGeom prst="roundRect">
            <a:avLst>
              <a:gd name="adj" fmla="val 9404"/>
            </a:avLst>
          </a:prstGeo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Insert headshot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38536D1-7C10-4B0C-87C7-E69E628BE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88555"/>
            <a:ext cx="6384925" cy="1905000"/>
          </a:xfrm>
        </p:spPr>
        <p:txBody>
          <a:bodyPr anchor="b">
            <a:noAutofit/>
          </a:bodyPr>
          <a:lstStyle>
            <a:lvl1pPr marL="0" marR="0" indent="0" algn="l" defTabSz="108847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cap="none" spc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speaker event here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67EC42EF-C1F0-85DD-66DC-BEE3DF1533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051353"/>
            <a:ext cx="6384925" cy="305853"/>
          </a:xfrm>
        </p:spPr>
        <p:txBody>
          <a:bodyPr>
            <a:spAutoFit/>
          </a:bodyPr>
          <a:lstStyle>
            <a:lvl1pPr marL="0" indent="0" algn="l" defTabSz="380985" rtl="0" eaLnBrk="1" latinLnBrk="0" hangingPunct="1">
              <a:buNone/>
              <a:defRPr lang="en-US" sz="1500" b="1" i="0" kern="1200" spc="500" dirty="0" smtClean="0">
                <a:solidFill>
                  <a:schemeClr val="bg2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</p:spTree>
    <p:extLst>
      <p:ext uri="{BB962C8B-B14F-4D97-AF65-F5344CB8AC3E}">
        <p14:creationId xmlns:p14="http://schemas.microsoft.com/office/powerpoint/2010/main" val="1532595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6 members team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19FBA514-6C3C-0D35-D1F6-8016F0E1E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F17654-A4E4-1FC2-5538-7532520B3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32D703F4-D222-D413-0F2B-139F9EAA74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8AA50853-B81F-E8F7-2DB9-293E6B5EA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8497929-A4ED-43F6-F145-A50F868F53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37" y="1969644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0FEDA195-02DC-C0CF-D1CF-4F9094CC452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15758" y="2383246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097E3F5-A8F9-4DCC-9849-72B907DF2D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15758" y="1969643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F62513EF-4186-E97E-84D2-F7BCBA84FFC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11837" y="3518152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FD8A879C-D9E1-C327-CB6B-8FA1C69223E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01647" y="3919128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1A516E74-2564-0028-85B0-0BC6CCB960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01647" y="3505526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D38A1AE2-E380-CB5E-3718-0720542653F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1837" y="5066661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26284D3-DC1A-8ED2-8682-CF4A492BC4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15758" y="5480262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B9C649C6-9961-823B-4A7B-A61FB5C2A1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15758" y="5066660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0A303F43-0CDA-CE1E-7BCA-F836845F913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246187" y="1969644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CCB52D81-B78A-0C96-83DE-E3CD8A0A9F0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50108" y="2383246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F3FBAE49-575E-1BEC-94FD-5579006EAB0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450108" y="1969643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5C3D17D4-BF24-01F2-87D4-1C2329E348A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246187" y="3518152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CD38FEA6-FC57-EF5C-E332-FDB3502761B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35997" y="3919128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0CE3122B-1B25-FBD0-509B-96316B871C3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35997" y="3505526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Picture Placeholder 13">
            <a:extLst>
              <a:ext uri="{FF2B5EF4-FFF2-40B4-BE49-F238E27FC236}">
                <a16:creationId xmlns:a16="http://schemas.microsoft.com/office/drawing/2014/main" id="{3F3D5E0C-1C84-2D5E-8030-0A3CCBA32FB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246187" y="5066661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C8CB0CEE-4785-5BE2-BBDB-A68CFBD6D76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0108" y="5480262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C1E585CC-512C-CDC8-787D-3E3A2957DB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0108" y="5066660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0D1775F9-1290-5213-0846-9F32903977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6D52D52-535F-9CA2-CE4C-B3F28E20814B}"/>
              </a:ext>
            </a:extLst>
          </p:cNvPr>
          <p:cNvCxnSpPr>
            <a:cxnSpLocks/>
          </p:cNvCxnSpPr>
          <p:nvPr/>
        </p:nvCxnSpPr>
        <p:spPr>
          <a:xfrm>
            <a:off x="505907" y="3257177"/>
            <a:ext cx="4349976" cy="0"/>
          </a:xfrm>
          <a:prstGeom prst="line">
            <a:avLst/>
          </a:prstGeom>
          <a:ln>
            <a:solidFill>
              <a:srgbClr val="916D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8431DC4-0451-1FF4-FC9B-95DE95ED9163}"/>
              </a:ext>
            </a:extLst>
          </p:cNvPr>
          <p:cNvCxnSpPr>
            <a:cxnSpLocks/>
          </p:cNvCxnSpPr>
          <p:nvPr/>
        </p:nvCxnSpPr>
        <p:spPr>
          <a:xfrm>
            <a:off x="505907" y="4818529"/>
            <a:ext cx="4349976" cy="0"/>
          </a:xfrm>
          <a:prstGeom prst="line">
            <a:avLst/>
          </a:prstGeom>
          <a:ln>
            <a:solidFill>
              <a:srgbClr val="916D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00C2128-C229-3A49-5FF3-7540570F8D40}"/>
              </a:ext>
            </a:extLst>
          </p:cNvPr>
          <p:cNvCxnSpPr>
            <a:cxnSpLocks/>
          </p:cNvCxnSpPr>
          <p:nvPr/>
        </p:nvCxnSpPr>
        <p:spPr>
          <a:xfrm>
            <a:off x="6096000" y="3257177"/>
            <a:ext cx="4349976" cy="0"/>
          </a:xfrm>
          <a:prstGeom prst="line">
            <a:avLst/>
          </a:prstGeom>
          <a:ln>
            <a:solidFill>
              <a:srgbClr val="916D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9401273-FBC1-0861-34E7-412FFC459777}"/>
              </a:ext>
            </a:extLst>
          </p:cNvPr>
          <p:cNvCxnSpPr>
            <a:cxnSpLocks/>
          </p:cNvCxnSpPr>
          <p:nvPr/>
        </p:nvCxnSpPr>
        <p:spPr>
          <a:xfrm>
            <a:off x="6096000" y="4818529"/>
            <a:ext cx="4349976" cy="0"/>
          </a:xfrm>
          <a:prstGeom prst="line">
            <a:avLst/>
          </a:prstGeom>
          <a:ln>
            <a:solidFill>
              <a:srgbClr val="916D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546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 5 members team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583C7F6-784E-39C5-2925-0785662C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3F1A6C-8333-1987-71E5-94CE4019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3280DB3-13B0-35D2-3D49-1DCB617230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26F07F1-5A95-0B9A-BBC9-E8130A79A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B0B8F5FE-02CC-D431-E0C1-21AFAA013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37" y="1969644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83CD9DCB-2500-BA27-34C9-43900607C7C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15758" y="2383246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DD8ABAA-6692-8959-4E08-B30E452209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15758" y="1969643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04D8A23-923D-E13A-6395-6A42DE013BC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11837" y="3518152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C0A8D77-71DB-87F8-C6FA-97F337922A5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01647" y="3919128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ACED6E91-26F0-14DB-CCE0-4B6C2DCA1CC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01647" y="3505526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57FE5984-387A-5148-562E-4BA43836BA6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1837" y="5066661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2311C0A-99BD-0A43-2C20-B636B54EFF0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15758" y="5480262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DEA6B891-7BD2-5798-1369-ED331B0FD1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15758" y="5066660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B32F0B6B-573F-186A-F627-5E04E679CB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246187" y="1969644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13F8F4C2-0BF0-41C9-010D-76491710C37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50108" y="2383246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E8E77980-4DF8-AD64-0E1B-6D1CF4E6396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450108" y="1969643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8" name="Picture Placeholder 13">
            <a:extLst>
              <a:ext uri="{FF2B5EF4-FFF2-40B4-BE49-F238E27FC236}">
                <a16:creationId xmlns:a16="http://schemas.microsoft.com/office/drawing/2014/main" id="{2AFE65F4-53F4-73EE-8405-7309BED0D90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246187" y="3518152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D2AC976C-370C-BA65-25A0-65595C42C1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35997" y="3919128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EE602DF0-F911-B277-BE6D-FD5834002E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35997" y="3505526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4B495960-0E11-8779-FE42-2B5CBA5EE8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1CE0451-30F2-7A74-0C36-2E367C756FA9}"/>
              </a:ext>
            </a:extLst>
          </p:cNvPr>
          <p:cNvCxnSpPr>
            <a:cxnSpLocks/>
          </p:cNvCxnSpPr>
          <p:nvPr/>
        </p:nvCxnSpPr>
        <p:spPr>
          <a:xfrm>
            <a:off x="505907" y="3257177"/>
            <a:ext cx="4349976" cy="0"/>
          </a:xfrm>
          <a:prstGeom prst="line">
            <a:avLst/>
          </a:prstGeom>
          <a:ln>
            <a:solidFill>
              <a:srgbClr val="916D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EA047E-850F-88DE-CE1C-A51DBA8430B1}"/>
              </a:ext>
            </a:extLst>
          </p:cNvPr>
          <p:cNvCxnSpPr>
            <a:cxnSpLocks/>
          </p:cNvCxnSpPr>
          <p:nvPr/>
        </p:nvCxnSpPr>
        <p:spPr>
          <a:xfrm>
            <a:off x="505907" y="4818529"/>
            <a:ext cx="4349976" cy="0"/>
          </a:xfrm>
          <a:prstGeom prst="line">
            <a:avLst/>
          </a:prstGeom>
          <a:ln>
            <a:solidFill>
              <a:srgbClr val="916D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635F780-9B83-F996-85C8-A9092A1B056E}"/>
              </a:ext>
            </a:extLst>
          </p:cNvPr>
          <p:cNvCxnSpPr>
            <a:cxnSpLocks/>
          </p:cNvCxnSpPr>
          <p:nvPr/>
        </p:nvCxnSpPr>
        <p:spPr>
          <a:xfrm>
            <a:off x="6096000" y="3257177"/>
            <a:ext cx="4349976" cy="0"/>
          </a:xfrm>
          <a:prstGeom prst="line">
            <a:avLst/>
          </a:prstGeom>
          <a:ln>
            <a:solidFill>
              <a:srgbClr val="916D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7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 4 members team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9CFBF112-065B-7B42-BA88-36FA86A74F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37" y="2103327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01FF3257-88C3-51B1-BEBF-EDCEE1E649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15758" y="2516929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48F1B10C-3000-3E86-A59A-9669E83C5C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15758" y="2103327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0" name="Picture Placeholder 13">
            <a:extLst>
              <a:ext uri="{FF2B5EF4-FFF2-40B4-BE49-F238E27FC236}">
                <a16:creationId xmlns:a16="http://schemas.microsoft.com/office/drawing/2014/main" id="{5590F5F7-8103-E85D-A04E-EC32AE4D13A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11837" y="4036547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2CBD822C-FBFD-35CB-F2FC-076C55DEBF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01647" y="4450149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C465EB3C-890D-510F-FAD3-39BFC2AF9CC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01647" y="4036547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60BC078-4586-59F2-794D-255C9B2D8B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176191" y="2103327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BCA76EC7-76E0-AC93-D74F-B6BBC50C59D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80112" y="2516929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450E9F63-0BC8-6F4D-B976-BE8F2298193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0112" y="2103327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2" name="Picture Placeholder 13">
            <a:extLst>
              <a:ext uri="{FF2B5EF4-FFF2-40B4-BE49-F238E27FC236}">
                <a16:creationId xmlns:a16="http://schemas.microsoft.com/office/drawing/2014/main" id="{27C0168D-72AD-EB9E-6110-88C1CE812AF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76191" y="4036547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A6716DB4-5C35-EEEA-8CE3-EACF034C699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66000" y="4450149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F374E796-63F2-08B7-BF28-D7D051FA5A2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66000" y="4036547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CFDCC2-602C-BCAF-7974-E384E2D6F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2C57B-B8AD-BB9C-AE55-5E1B26F3D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0743B37-74BC-E094-1EBA-3EC0BE5E1A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D403809-4717-F82A-9C67-818349281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BEBBAC6-87D1-C2FE-8828-E3C744046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27649C-784C-3931-4523-0D2DDA4C8D35}"/>
              </a:ext>
            </a:extLst>
          </p:cNvPr>
          <p:cNvCxnSpPr>
            <a:cxnSpLocks/>
          </p:cNvCxnSpPr>
          <p:nvPr/>
        </p:nvCxnSpPr>
        <p:spPr>
          <a:xfrm>
            <a:off x="505907" y="3585878"/>
            <a:ext cx="4349976" cy="0"/>
          </a:xfrm>
          <a:prstGeom prst="line">
            <a:avLst/>
          </a:prstGeom>
          <a:ln>
            <a:solidFill>
              <a:srgbClr val="916D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57B8A4-EE29-0FB1-9FD7-679A8589AD39}"/>
              </a:ext>
            </a:extLst>
          </p:cNvPr>
          <p:cNvCxnSpPr>
            <a:cxnSpLocks/>
          </p:cNvCxnSpPr>
          <p:nvPr/>
        </p:nvCxnSpPr>
        <p:spPr>
          <a:xfrm>
            <a:off x="6096000" y="3585878"/>
            <a:ext cx="4349976" cy="0"/>
          </a:xfrm>
          <a:prstGeom prst="line">
            <a:avLst/>
          </a:prstGeom>
          <a:ln>
            <a:solidFill>
              <a:srgbClr val="916D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856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3 members team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E2EEE48-1281-E466-3305-8BAFD0B6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FAA1B8-7888-FA20-88B5-0A547138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354A0D0-8263-ADF7-D1DC-6373C81304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CBB6483-49E1-7FA0-0D3F-A807FE17E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271A1E76-3EEC-353C-30AA-5BA6D1C826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588" y="2504518"/>
            <a:ext cx="1651774" cy="165156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5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A1043DA-FCF3-B329-AD98-9E8D6BDA470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68501" y="4777907"/>
            <a:ext cx="3042868" cy="3231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6DC2503-EBAE-7431-71AC-675307FF5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501" y="4353482"/>
            <a:ext cx="3042868" cy="42441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2333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FE0E8CFF-AC47-692E-7FA7-DCF92C86596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22779" y="2504518"/>
            <a:ext cx="1651774" cy="165156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5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F3D3104-9D6A-B693-135E-BB9D899832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67601" y="4777907"/>
            <a:ext cx="3042868" cy="3231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B623A4EC-FCD9-CD9E-D5EF-B71877873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67601" y="4353482"/>
            <a:ext cx="3042868" cy="42441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2333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DD6A577B-FB19-F32B-3771-CE711EACA9B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367684" y="2504518"/>
            <a:ext cx="1651774" cy="165156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5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C8F1F00C-81D8-7759-907B-5427B4D9B5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14808" y="4777907"/>
            <a:ext cx="3042868" cy="3231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3B293ED5-D720-8155-B62F-9DC23090BF3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14808" y="4353482"/>
            <a:ext cx="3042868" cy="42441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2333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4EF15F9A-BEF0-7466-386D-26695C268A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</p:spTree>
    <p:extLst>
      <p:ext uri="{BB962C8B-B14F-4D97-AF65-F5344CB8AC3E}">
        <p14:creationId xmlns:p14="http://schemas.microsoft.com/office/powerpoint/2010/main" val="1209944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2 members team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A73E732-F3C8-1CAA-CF23-FF8E5F582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930834-8E81-28BD-2E60-7BD89C88E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713B91C-98AF-D6A7-47CB-29A98C4927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0D5CE5FD-5212-25B3-4F4B-EC63CAD3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02A2A72-772A-C837-C221-2F4160A42D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014" y="2129224"/>
            <a:ext cx="2266201" cy="226591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5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0A4D9026-4912-59D3-9059-70E2C11FF0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1927" y="5038130"/>
            <a:ext cx="3042868" cy="3231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DF5F42E4-3E48-F8AA-270F-7A7D995B29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927" y="4592539"/>
            <a:ext cx="3042868" cy="42441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2333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DBE23A0F-78B0-EBC4-50C4-65CE6409B06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548032" y="2129224"/>
            <a:ext cx="2266201" cy="226591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5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B2DF66-C927-7041-95F3-124C7FBB6C1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95156" y="5038130"/>
            <a:ext cx="3042868" cy="3231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FEE4B03-3C6E-81FB-690D-C35ED34B011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95156" y="4592539"/>
            <a:ext cx="3042868" cy="42441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2333" b="1" i="0" baseline="0">
                <a:ln>
                  <a:noFill/>
                </a:ln>
                <a:solidFill>
                  <a:schemeClr val="accent3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CEEAAD0-9A3A-6778-7ED7-E0A7CFF90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</p:spTree>
    <p:extLst>
      <p:ext uri="{BB962C8B-B14F-4D97-AF65-F5344CB8AC3E}">
        <p14:creationId xmlns:p14="http://schemas.microsoft.com/office/powerpoint/2010/main" val="2247256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6 members team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33416EE-2908-B96D-15AE-1EFE505F0A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37" y="1969644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2D44AD7-B127-8EE2-8206-A88BE31FDC0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15758" y="2383246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2D1930-2499-6F46-C153-1F66A786E9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15758" y="1969643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EB49039-5487-1343-2E75-72B9009DC33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11837" y="3518152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D07CF57-5233-2875-C23B-927C37CBB4D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01647" y="3919128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62BE23-7AE6-1399-8710-A0438B9E8F5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01647" y="3505526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B5055402-390C-8671-7BF0-D209B30283F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1837" y="5066661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AD1CCB0-61B3-6059-5E6E-44C79603196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15758" y="5480262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DBA60C4-C6EF-26ED-2861-3DEF797DE7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15758" y="5066660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667A163A-C076-19CA-B2B4-70E73F17032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246187" y="1969644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6DD8B73-4A34-1D1A-D8DE-D51787D393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50108" y="2383246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B5D339D-FF9A-92E9-1FCA-80F23343239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450108" y="1969643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9AC59050-CA1D-2386-588E-53421F110E4C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246187" y="3518152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8568EC06-7E31-ABAC-E9E5-FC4CB069684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35997" y="3919128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FF57E09D-3F0F-82EF-705E-D50D3358D9C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35997" y="3505526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Picture Placeholder 13">
            <a:extLst>
              <a:ext uri="{FF2B5EF4-FFF2-40B4-BE49-F238E27FC236}">
                <a16:creationId xmlns:a16="http://schemas.microsoft.com/office/drawing/2014/main" id="{12FDD911-93FB-B4AB-D2D4-B7E40DD4D0A0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246187" y="5066661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3B655A83-72AF-09C7-5461-D3E17D84209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0108" y="5480262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DABD4AF6-3FDA-7DC2-9D81-07074635033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0108" y="5066660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616261C2-C027-B870-1E2C-9CD552FF9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7C3F62-95EB-561C-6CEB-A9682A91C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DCA36E6D-D384-E0E5-AB11-4F0A8D4AD6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B43F97EE-1651-37E7-3D89-448D267E5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340B34-5C94-3B93-CA47-FD33CDD72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</p:spTree>
    <p:extLst>
      <p:ext uri="{BB962C8B-B14F-4D97-AF65-F5344CB8AC3E}">
        <p14:creationId xmlns:p14="http://schemas.microsoft.com/office/powerpoint/2010/main" val="3084154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5 members team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ADB58480-291D-2A76-C931-A09BDFF8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740F45-1CBD-EB3B-C846-85883DCB5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776D7C05-AC33-CBFB-3EE8-663495ECC9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EACF0DC-001F-5787-608C-FBDEBD421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1ED6A21D-F983-1B41-92CD-2906E92B8C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37" y="1969644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ABDD5DA-2FEF-5145-F1E1-14320D91517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15758" y="2383246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C1D9701-D882-CB81-AB79-DC6D84F4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15758" y="1969643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4794A4E-6549-4C92-5C2E-4363B52E5D5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11837" y="3518152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A2A48E6-BE62-A22E-5D40-661E345420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01647" y="3919128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A6CAA0A-BE9C-E240-F0DD-5E8BBC2370A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01647" y="3505526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400701C2-0C5D-7A32-2B02-003C58DF6C3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1837" y="5066661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E4CC12E-67E5-4DB9-9D3F-EE0981E9AD2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15758" y="5480262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8ADA1D5D-53F5-0A37-FD72-3A2B9FE117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15758" y="5066660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4021975-80C7-3455-50AD-C0E93C4E51F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246187" y="1969644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51BB4467-BD11-E527-10FE-FF96A75D28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50108" y="2383246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38CCA146-9588-EBAB-B673-362474A0A16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450108" y="1969643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8" name="Picture Placeholder 13">
            <a:extLst>
              <a:ext uri="{FF2B5EF4-FFF2-40B4-BE49-F238E27FC236}">
                <a16:creationId xmlns:a16="http://schemas.microsoft.com/office/drawing/2014/main" id="{D3EF72D6-CB13-3AE5-6101-72A72446582B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246187" y="3518152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20F77341-8185-A349-AB9C-3BD16E2F5B2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35997" y="3919128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BFF8A35-DDBC-C6A4-31C2-B6034AD8F8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35997" y="3505526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68FC03AD-EAED-F950-1849-42B8F0B0F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</p:spTree>
    <p:extLst>
      <p:ext uri="{BB962C8B-B14F-4D97-AF65-F5344CB8AC3E}">
        <p14:creationId xmlns:p14="http://schemas.microsoft.com/office/powerpoint/2010/main" val="4129530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4 members team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568C73E-9A39-61C3-6A0F-EEB6CFC28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EE132-F7EB-6925-8C85-A5B618089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EAB6C2A-4E17-2197-4A9E-C7698CD339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D5DEBE9-A450-58F2-C4D6-C89C0A67F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B1C01C-D150-AACB-35BE-C76881C27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BDE90D23-B58D-17C1-CEAC-389BE7B825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37" y="1969644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8D8A7AD-646D-8183-8140-AF757D266B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15758" y="2383246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6B44FBF8-7CB8-1BFD-4D54-7437E3E48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15758" y="1969643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6D1BFDB3-F0B6-C555-476E-5643C63CE4F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11837" y="3518152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2A4BC38-C770-DA83-000E-2091448A76A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01647" y="3919128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D56084-2E01-1C5B-E77B-77F2CA80B2E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01647" y="3505526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80078817-AB92-6077-4CF9-151069243D1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246187" y="1969644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09EEA009-42AC-4ED5-3702-78F4F3AC4ED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50108" y="2383246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77187576-19FD-EC29-60A0-FF49DDB6638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450108" y="1969643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6310AF67-1389-6E66-DE88-2C1DAE97462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246187" y="3518152"/>
            <a:ext cx="1020097" cy="1019969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0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C62E6349-51D3-7A20-F07F-7654A3DA8F0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35997" y="3919128"/>
            <a:ext cx="2784465" cy="59617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4147BCC-C8E1-971C-56A2-EF792269900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35997" y="3505526"/>
            <a:ext cx="2784465" cy="385857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0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99353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members team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E1F5973-1FE7-2494-AF0F-BBC33A88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9D5ACD-8B14-2413-399D-39AD32755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FBD50BF-4354-D3D2-FE8A-4E62B18E86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CE40C0DA-B8A2-1F7C-5010-0416D7E2F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EFF2EDD4-07F8-61A7-B254-EEEF4CB4C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588" y="2504518"/>
            <a:ext cx="1651774" cy="165156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5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72B613D-B0E1-DC53-261A-58A1E7B633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68501" y="4777907"/>
            <a:ext cx="3042868" cy="3231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163525F7-CAE8-4FE4-5663-1B8FC923AF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501" y="4353482"/>
            <a:ext cx="3042868" cy="42441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2333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37E77C15-90A3-A692-C6C5-BE1CE737674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22779" y="2504518"/>
            <a:ext cx="1651774" cy="165156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5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A5BBFC9B-ECB0-F1C9-C26F-E03DBC9D06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67601" y="4777907"/>
            <a:ext cx="3042868" cy="3231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E60D32A7-4A8E-75AD-27C2-7265EB7230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67601" y="4353482"/>
            <a:ext cx="3042868" cy="42441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2333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ABEDB685-89C5-E5C0-EB31-7DC66067959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367684" y="2504518"/>
            <a:ext cx="1651774" cy="165156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5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47FE9146-676C-7742-141F-3C706AC4F28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14808" y="4777907"/>
            <a:ext cx="3042868" cy="3231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D6012470-7CCD-9667-0C1D-3A692AE1DB2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14808" y="4353482"/>
            <a:ext cx="3042868" cy="42441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2333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F244A-1517-7EBE-4DA2-F4F74F90C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</p:spTree>
    <p:extLst>
      <p:ext uri="{BB962C8B-B14F-4D97-AF65-F5344CB8AC3E}">
        <p14:creationId xmlns:p14="http://schemas.microsoft.com/office/powerpoint/2010/main" val="1254905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2 members team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B117CE1-3DFD-1F17-5727-1F08EBFC5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03359F-463A-8A2D-5585-F097847CF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B750407-A6D3-3624-D09C-C71505C7A9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DDB5A5D0-21B1-7008-B052-86B664AF5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4A41865-4F46-6400-1A5D-EFFDF78E76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014" y="2129224"/>
            <a:ext cx="2266201" cy="226591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5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4755F9F-D3B3-F11E-4AFE-C114C87778A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1927" y="5038130"/>
            <a:ext cx="3042868" cy="3231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CB85E86-6A41-D2A7-89CE-8F9E601E63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927" y="4592539"/>
            <a:ext cx="3042868" cy="42441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2333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7C1FFCC-2FC5-76F0-A51D-31284F27355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548032" y="2129224"/>
            <a:ext cx="2266201" cy="226591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50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A13F27E-32C5-FF56-F0EE-820F2BE978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F96333C9-C242-DC52-780D-69CEF03C3E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48032" y="5038130"/>
            <a:ext cx="3042868" cy="3231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affiliation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70D682-6228-2F8E-E8F7-8EB355CD714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48032" y="4592539"/>
            <a:ext cx="3042868" cy="42441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2333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4168083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ganizational ch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icture Placeholder 16">
            <a:extLst>
              <a:ext uri="{FF2B5EF4-FFF2-40B4-BE49-F238E27FC236}">
                <a16:creationId xmlns:a16="http://schemas.microsoft.com/office/drawing/2014/main" id="{69FF0538-2FA0-7F41-ACCB-7CC49EE545C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5180828" y="1451698"/>
            <a:ext cx="545883" cy="548640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6" name="Text Placeholder 9">
            <a:extLst>
              <a:ext uri="{FF2B5EF4-FFF2-40B4-BE49-F238E27FC236}">
                <a16:creationId xmlns:a16="http://schemas.microsoft.com/office/drawing/2014/main" id="{3250BC0A-C2BF-FC1D-2C04-840442A8A44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910835" y="1709677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87" name="Text Placeholder 9">
            <a:extLst>
              <a:ext uri="{FF2B5EF4-FFF2-40B4-BE49-F238E27FC236}">
                <a16:creationId xmlns:a16="http://schemas.microsoft.com/office/drawing/2014/main" id="{203DCA4A-0AA9-18C9-92E6-CA3F32BCB47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910835" y="1425453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8" name="Picture Placeholder 16">
            <a:extLst>
              <a:ext uri="{FF2B5EF4-FFF2-40B4-BE49-F238E27FC236}">
                <a16:creationId xmlns:a16="http://schemas.microsoft.com/office/drawing/2014/main" id="{B52E8BB9-4B28-40B9-71CB-8493EF6BF6A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1620130" y="2706563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9">
            <a:extLst>
              <a:ext uri="{FF2B5EF4-FFF2-40B4-BE49-F238E27FC236}">
                <a16:creationId xmlns:a16="http://schemas.microsoft.com/office/drawing/2014/main" id="{D157D685-E82F-AA9C-0F6A-6226B6C876C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344825" y="3014693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90" name="Text Placeholder 9">
            <a:extLst>
              <a:ext uri="{FF2B5EF4-FFF2-40B4-BE49-F238E27FC236}">
                <a16:creationId xmlns:a16="http://schemas.microsoft.com/office/drawing/2014/main" id="{993C1FE3-1E50-D41D-FE9B-A507139A729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344825" y="2700603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1" name="Picture Placeholder 16">
            <a:extLst>
              <a:ext uri="{FF2B5EF4-FFF2-40B4-BE49-F238E27FC236}">
                <a16:creationId xmlns:a16="http://schemas.microsoft.com/office/drawing/2014/main" id="{90425F37-E7DB-6907-90C7-341E11E40855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178071" y="2706563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92" name="Text Placeholder 9">
            <a:extLst>
              <a:ext uri="{FF2B5EF4-FFF2-40B4-BE49-F238E27FC236}">
                <a16:creationId xmlns:a16="http://schemas.microsoft.com/office/drawing/2014/main" id="{96184358-2295-9326-7540-99C70209F46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910835" y="3014693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93" name="Text Placeholder 9">
            <a:extLst>
              <a:ext uri="{FF2B5EF4-FFF2-40B4-BE49-F238E27FC236}">
                <a16:creationId xmlns:a16="http://schemas.microsoft.com/office/drawing/2014/main" id="{58C09D26-4487-6018-05F5-1057EA59D397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910835" y="2700603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4" name="Picture Placeholder 16">
            <a:extLst>
              <a:ext uri="{FF2B5EF4-FFF2-40B4-BE49-F238E27FC236}">
                <a16:creationId xmlns:a16="http://schemas.microsoft.com/office/drawing/2014/main" id="{34A0EFD5-1D7D-8DEF-3B9A-1EB9143DFD78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8893847" y="2706563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  <a:p>
            <a:endParaRPr lang="en-US"/>
          </a:p>
        </p:txBody>
      </p:sp>
      <p:sp>
        <p:nvSpPr>
          <p:cNvPr id="95" name="Text Placeholder 9">
            <a:extLst>
              <a:ext uri="{FF2B5EF4-FFF2-40B4-BE49-F238E27FC236}">
                <a16:creationId xmlns:a16="http://schemas.microsoft.com/office/drawing/2014/main" id="{B00C5BDA-27B7-E1EF-C162-80F893F7AF3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592713" y="3014693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96" name="Text Placeholder 9">
            <a:extLst>
              <a:ext uri="{FF2B5EF4-FFF2-40B4-BE49-F238E27FC236}">
                <a16:creationId xmlns:a16="http://schemas.microsoft.com/office/drawing/2014/main" id="{150EA26F-5AE7-1D34-7386-0F2C2D3E4B0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592713" y="2700603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7" name="Picture Placeholder 16">
            <a:extLst>
              <a:ext uri="{FF2B5EF4-FFF2-40B4-BE49-F238E27FC236}">
                <a16:creationId xmlns:a16="http://schemas.microsoft.com/office/drawing/2014/main" id="{CE1AE595-9B57-5073-5142-82AE00E243EE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741917" y="3706780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98" name="Text Placeholder 9">
            <a:extLst>
              <a:ext uri="{FF2B5EF4-FFF2-40B4-BE49-F238E27FC236}">
                <a16:creationId xmlns:a16="http://schemas.microsoft.com/office/drawing/2014/main" id="{8BB74EB1-EC9A-BB02-F5D4-42942C8C23D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466612" y="4003947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99" name="Text Placeholder 9">
            <a:extLst>
              <a:ext uri="{FF2B5EF4-FFF2-40B4-BE49-F238E27FC236}">
                <a16:creationId xmlns:a16="http://schemas.microsoft.com/office/drawing/2014/main" id="{00CE8DCE-8350-F5B5-5E61-466179A2C25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466612" y="3719723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0" name="Picture Placeholder 16">
            <a:extLst>
              <a:ext uri="{FF2B5EF4-FFF2-40B4-BE49-F238E27FC236}">
                <a16:creationId xmlns:a16="http://schemas.microsoft.com/office/drawing/2014/main" id="{B3981F8A-D1DB-2B1B-3DA1-42A565534C7C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741917" y="4662794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01" name="Text Placeholder 9">
            <a:extLst>
              <a:ext uri="{FF2B5EF4-FFF2-40B4-BE49-F238E27FC236}">
                <a16:creationId xmlns:a16="http://schemas.microsoft.com/office/drawing/2014/main" id="{014309D7-2CF8-FF5E-BE61-42F7B5E83B35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466612" y="4961396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102" name="Text Placeholder 9">
            <a:extLst>
              <a:ext uri="{FF2B5EF4-FFF2-40B4-BE49-F238E27FC236}">
                <a16:creationId xmlns:a16="http://schemas.microsoft.com/office/drawing/2014/main" id="{E19F7B75-8B4F-3C18-6317-9AE530070092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466612" y="4677171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3" name="Picture Placeholder 16">
            <a:extLst>
              <a:ext uri="{FF2B5EF4-FFF2-40B4-BE49-F238E27FC236}">
                <a16:creationId xmlns:a16="http://schemas.microsoft.com/office/drawing/2014/main" id="{3E297F54-F10A-92BA-B4CF-3B8F4FAF83BB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741917" y="5601283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04" name="Text Placeholder 9">
            <a:extLst>
              <a:ext uri="{FF2B5EF4-FFF2-40B4-BE49-F238E27FC236}">
                <a16:creationId xmlns:a16="http://schemas.microsoft.com/office/drawing/2014/main" id="{93DD7955-D118-3851-F94C-23EC7E12708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466612" y="5905405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105" name="Text Placeholder 9">
            <a:extLst>
              <a:ext uri="{FF2B5EF4-FFF2-40B4-BE49-F238E27FC236}">
                <a16:creationId xmlns:a16="http://schemas.microsoft.com/office/drawing/2014/main" id="{F9CB8D3E-B897-4EC8-3B31-9BAE026235A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66612" y="5621181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6" name="Picture Placeholder 16">
            <a:extLst>
              <a:ext uri="{FF2B5EF4-FFF2-40B4-BE49-F238E27FC236}">
                <a16:creationId xmlns:a16="http://schemas.microsoft.com/office/drawing/2014/main" id="{389583B7-26F4-D200-2222-82EA59589C8F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4251386" y="3706780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07" name="Text Placeholder 9">
            <a:extLst>
              <a:ext uri="{FF2B5EF4-FFF2-40B4-BE49-F238E27FC236}">
                <a16:creationId xmlns:a16="http://schemas.microsoft.com/office/drawing/2014/main" id="{5D69C66D-25F6-7A80-B662-B278B1E9BC87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976080" y="4003947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108" name="Text Placeholder 9">
            <a:extLst>
              <a:ext uri="{FF2B5EF4-FFF2-40B4-BE49-F238E27FC236}">
                <a16:creationId xmlns:a16="http://schemas.microsoft.com/office/drawing/2014/main" id="{E3BB94A9-A1FA-8FF0-E543-E0734229D87F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976080" y="3719723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9" name="Picture Placeholder 16">
            <a:extLst>
              <a:ext uri="{FF2B5EF4-FFF2-40B4-BE49-F238E27FC236}">
                <a16:creationId xmlns:a16="http://schemas.microsoft.com/office/drawing/2014/main" id="{C98EC98D-01CC-9629-77D0-8F7F11F35B4F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4251386" y="4662794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10" name="Text Placeholder 9">
            <a:extLst>
              <a:ext uri="{FF2B5EF4-FFF2-40B4-BE49-F238E27FC236}">
                <a16:creationId xmlns:a16="http://schemas.microsoft.com/office/drawing/2014/main" id="{BBBCF387-17A5-B211-98B6-453C4B04355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4976080" y="4961396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111" name="Text Placeholder 9">
            <a:extLst>
              <a:ext uri="{FF2B5EF4-FFF2-40B4-BE49-F238E27FC236}">
                <a16:creationId xmlns:a16="http://schemas.microsoft.com/office/drawing/2014/main" id="{933E55AD-5FB1-485C-496C-CACC0B149D5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976080" y="4677171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12" name="Picture Placeholder 16">
            <a:extLst>
              <a:ext uri="{FF2B5EF4-FFF2-40B4-BE49-F238E27FC236}">
                <a16:creationId xmlns:a16="http://schemas.microsoft.com/office/drawing/2014/main" id="{37B47BB3-69E2-D650-BCE9-84E1250118CA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7957795" y="3706780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13" name="Text Placeholder 9">
            <a:extLst>
              <a:ext uri="{FF2B5EF4-FFF2-40B4-BE49-F238E27FC236}">
                <a16:creationId xmlns:a16="http://schemas.microsoft.com/office/drawing/2014/main" id="{49178E57-73B1-BE63-7B7F-04F2CD4B0819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8682490" y="4003947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114" name="Text Placeholder 9">
            <a:extLst>
              <a:ext uri="{FF2B5EF4-FFF2-40B4-BE49-F238E27FC236}">
                <a16:creationId xmlns:a16="http://schemas.microsoft.com/office/drawing/2014/main" id="{E258DB07-2FD5-E61D-2202-1291603A6F60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8682490" y="3719723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15" name="Picture Placeholder 16">
            <a:extLst>
              <a:ext uri="{FF2B5EF4-FFF2-40B4-BE49-F238E27FC236}">
                <a16:creationId xmlns:a16="http://schemas.microsoft.com/office/drawing/2014/main" id="{B1330F2B-4F43-8391-6EBD-C5D7D67717CE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4251386" y="5615194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  <a:p>
            <a:endParaRPr lang="en-US"/>
          </a:p>
        </p:txBody>
      </p:sp>
      <p:sp>
        <p:nvSpPr>
          <p:cNvPr id="116" name="Text Placeholder 9">
            <a:extLst>
              <a:ext uri="{FF2B5EF4-FFF2-40B4-BE49-F238E27FC236}">
                <a16:creationId xmlns:a16="http://schemas.microsoft.com/office/drawing/2014/main" id="{1302ACE4-1DFC-9552-6E7A-FE8712D6649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976080" y="5905405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117" name="Text Placeholder 9">
            <a:extLst>
              <a:ext uri="{FF2B5EF4-FFF2-40B4-BE49-F238E27FC236}">
                <a16:creationId xmlns:a16="http://schemas.microsoft.com/office/drawing/2014/main" id="{C95D5C46-72A3-3ECB-D0DF-CBC6122ED92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976080" y="5621181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18" name="Picture Placeholder 16">
            <a:extLst>
              <a:ext uri="{FF2B5EF4-FFF2-40B4-BE49-F238E27FC236}">
                <a16:creationId xmlns:a16="http://schemas.microsoft.com/office/drawing/2014/main" id="{D7A1379A-E159-E7D2-E751-75D0D211539F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7957795" y="4662794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19" name="Text Placeholder 9">
            <a:extLst>
              <a:ext uri="{FF2B5EF4-FFF2-40B4-BE49-F238E27FC236}">
                <a16:creationId xmlns:a16="http://schemas.microsoft.com/office/drawing/2014/main" id="{B5577FEA-3376-B33A-BC2E-C098F079A9D3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682490" y="4961396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120" name="Text Placeholder 9">
            <a:extLst>
              <a:ext uri="{FF2B5EF4-FFF2-40B4-BE49-F238E27FC236}">
                <a16:creationId xmlns:a16="http://schemas.microsoft.com/office/drawing/2014/main" id="{1F9D954A-443E-5CF1-7F05-A9F2B79EDD97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682490" y="4677171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1" name="Picture Placeholder 16">
            <a:extLst>
              <a:ext uri="{FF2B5EF4-FFF2-40B4-BE49-F238E27FC236}">
                <a16:creationId xmlns:a16="http://schemas.microsoft.com/office/drawing/2014/main" id="{B24EADC5-3329-5B09-96D0-78716FD74C99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7957795" y="5615194"/>
            <a:ext cx="551397" cy="551328"/>
          </a:xfrm>
          <a:prstGeom prst="roundRect">
            <a:avLst/>
          </a:prstGeom>
          <a:pattFill prst="pct20">
            <a:fgClr>
              <a:schemeClr val="tx1">
                <a:lumMod val="95000"/>
              </a:schemeClr>
            </a:fgClr>
            <a:bgClr>
              <a:schemeClr val="tx1">
                <a:lumMod val="85000"/>
              </a:schemeClr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lang="en-US" sz="750" b="0" i="0" kern="1200" dirty="0" smtClean="0">
                <a:solidFill>
                  <a:schemeClr val="bg1"/>
                </a:solidFill>
                <a:latin typeface="Source Sans 3" panose="020B0303030403020204" pitchFamily="34" charset="0"/>
                <a:ea typeface="Source Sans Pro" charset="0"/>
                <a:cs typeface="Source Sans 3" panose="020B0303030403020204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22" name="Text Placeholder 9">
            <a:extLst>
              <a:ext uri="{FF2B5EF4-FFF2-40B4-BE49-F238E27FC236}">
                <a16:creationId xmlns:a16="http://schemas.microsoft.com/office/drawing/2014/main" id="{3B4E9A4C-2895-11FC-4CC3-5F85CD7D040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682490" y="5905405"/>
            <a:ext cx="1661441" cy="24938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 b="0" i="0" baseline="0">
                <a:ln>
                  <a:noFill/>
                </a:ln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10583" indent="0" algn="l">
              <a:tabLst/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Title,  department</a:t>
            </a:r>
          </a:p>
        </p:txBody>
      </p:sp>
      <p:sp>
        <p:nvSpPr>
          <p:cNvPr id="123" name="Text Placeholder 9">
            <a:extLst>
              <a:ext uri="{FF2B5EF4-FFF2-40B4-BE49-F238E27FC236}">
                <a16:creationId xmlns:a16="http://schemas.microsoft.com/office/drawing/2014/main" id="{B1888866-15E9-9670-DE28-5A7BA958BE6C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682490" y="5621181"/>
            <a:ext cx="1661441" cy="305853"/>
          </a:xfrm>
        </p:spPr>
        <p:txBody>
          <a:bodyPr anchor="t">
            <a:spAutoFit/>
          </a:bodyPr>
          <a:lstStyle>
            <a:lvl1pPr marL="0" indent="0" algn="l">
              <a:buFontTx/>
              <a:buNone/>
              <a:defRPr sz="1500" b="1" i="0" baseline="0">
                <a:ln>
                  <a:noFill/>
                </a:ln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  <a:lvl2pPr algn="ctr"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2EE27CF-A81C-9932-A2EB-59FF5E540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2CF74-2335-6EA2-C802-CB7680E1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D2CFB4B-D9BD-EC05-09EE-9FE5412E7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75A90-98AA-87E3-FE27-7451FDDA1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AFC556-105B-27FD-D96B-985E3888E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1"/>
            <a:ext cx="11209843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Organizational slide layout. Type a headline here.</a:t>
            </a:r>
          </a:p>
        </p:txBody>
      </p:sp>
    </p:spTree>
    <p:extLst>
      <p:ext uri="{BB962C8B-B14F-4D97-AF65-F5344CB8AC3E}">
        <p14:creationId xmlns:p14="http://schemas.microsoft.com/office/powerpoint/2010/main" val="1156964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headline with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84CC664-2435-ECE5-17D1-C5BB8B79F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F9FBA-E240-0729-4D25-CC46E81A8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577EF8-16CB-C2C3-E6B6-815F36A3A1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B4FB26-0321-3E62-6666-91B7E34F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1BA4DB-C8C4-E742-3E9A-8D542390E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321" y="1382889"/>
            <a:ext cx="11222430" cy="4967112"/>
          </a:xfrm>
        </p:spPr>
        <p:txBody>
          <a:bodyPr>
            <a:noAutofit/>
          </a:bodyPr>
          <a:lstStyle>
            <a:lvl1pPr marL="285739" indent="-285739">
              <a:buFont typeface="Arial" panose="020B0604020202020204" pitchFamily="34" charset="0"/>
              <a:buChar char="•"/>
              <a:defRPr sz="2000" b="0" i="0">
                <a:solidFill>
                  <a:schemeClr val="tx1"/>
                </a:solidFill>
                <a:latin typeface="+mn-lt"/>
              </a:defRPr>
            </a:lvl1pPr>
            <a:lvl2pPr marL="742920" indent="-285739">
              <a:buFont typeface="Arial" panose="020B0604020202020204" pitchFamily="34" charset="0"/>
              <a:buChar char="•"/>
              <a:defRPr sz="2000" b="0" i="0">
                <a:solidFill>
                  <a:schemeClr val="tx1"/>
                </a:solidFill>
                <a:latin typeface="+mn-lt"/>
              </a:defRPr>
            </a:lvl2pPr>
            <a:lvl3pPr>
              <a:defRPr sz="20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 marL="2571647" indent="-285739">
              <a:buFont typeface="Arial" panose="020B0604020202020204" pitchFamily="34" charset="0"/>
              <a:buChar char="•"/>
              <a:defRPr sz="2000">
                <a:latin typeface="+mn-lt"/>
              </a:defRPr>
            </a:lvl6pPr>
          </a:lstStyle>
          <a:p>
            <a:pPr lvl="0"/>
            <a:r>
              <a:rPr lang="en-US"/>
              <a:t>Bulleted list layout</a:t>
            </a:r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Bullet 2</a:t>
            </a:r>
          </a:p>
          <a:p>
            <a:pPr lvl="3"/>
            <a:r>
              <a:rPr lang="en-US"/>
              <a:t>Bullet 3</a:t>
            </a:r>
          </a:p>
          <a:p>
            <a:pPr lvl="4"/>
            <a:r>
              <a:rPr lang="en-US"/>
              <a:t>Bullet 4</a:t>
            </a:r>
          </a:p>
          <a:p>
            <a:pPr lvl="5"/>
            <a:r>
              <a:rPr lang="en-US"/>
              <a:t>Bullet 5</a:t>
            </a:r>
          </a:p>
          <a:p>
            <a:pPr lvl="1"/>
            <a:endParaRPr lang="en-US"/>
          </a:p>
          <a:p>
            <a:pPr lvl="0"/>
            <a:r>
              <a:rPr lang="en-US"/>
              <a:t>Keep each point clear and concise</a:t>
            </a:r>
          </a:p>
          <a:p>
            <a:pPr lvl="0"/>
            <a:r>
              <a:rPr lang="en-US"/>
              <a:t>Can you move any text to the talk-track?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4E4312-2B99-3B80-FC72-2D51D4BA6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concise headline here. Use headlines to tell a story.</a:t>
            </a:r>
          </a:p>
        </p:txBody>
      </p:sp>
    </p:spTree>
    <p:extLst>
      <p:ext uri="{BB962C8B-B14F-4D97-AF65-F5344CB8AC3E}">
        <p14:creationId xmlns:p14="http://schemas.microsoft.com/office/powerpoint/2010/main" val="40601349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headline with sub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84CC664-2435-ECE5-17D1-C5BB8B79F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F9FBA-E240-0729-4D25-CC46E81A8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577EF8-16CB-C2C3-E6B6-815F36A3A1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B4FB26-0321-3E62-6666-91B7E34F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4E4312-2B99-3B80-FC72-2D51D4BA6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concise headline here. Use headlines to tell a story.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2CFFF9-0195-09F6-E833-1CD796A359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49" y="1027815"/>
            <a:ext cx="11222430" cy="377026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Type a subheading here if needed…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E48DF82-4B7E-C352-161D-724CCD2CA5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00" y="1739899"/>
            <a:ext cx="11271251" cy="4610101"/>
          </a:xfrm>
        </p:spPr>
        <p:txBody>
          <a:bodyPr>
            <a:noAutofit/>
          </a:bodyPr>
          <a:lstStyle>
            <a:lvl1pPr marL="285739" indent="-285739">
              <a:buFont typeface="Arial" panose="020B0604020202020204" pitchFamily="34" charset="0"/>
              <a:buChar char="•"/>
              <a:defRPr sz="1500" b="0" i="0">
                <a:solidFill>
                  <a:schemeClr val="tx1"/>
                </a:solidFill>
                <a:latin typeface="+mn-lt"/>
              </a:defRPr>
            </a:lvl1pPr>
            <a:lvl2pPr marL="742920" indent="-285739">
              <a:buFont typeface="Arial" panose="020B0604020202020204" pitchFamily="34" charset="0"/>
              <a:buChar char="•"/>
              <a:defRPr sz="1500" b="0" i="0">
                <a:solidFill>
                  <a:schemeClr val="tx1"/>
                </a:solidFill>
                <a:latin typeface="+mn-lt"/>
              </a:defRPr>
            </a:lvl2pPr>
            <a:lvl3pPr>
              <a:defRPr sz="1500">
                <a:solidFill>
                  <a:schemeClr val="tx1"/>
                </a:solidFill>
                <a:latin typeface="+mn-lt"/>
              </a:defRPr>
            </a:lvl3pPr>
            <a:lvl4pPr>
              <a:defRPr sz="1500">
                <a:solidFill>
                  <a:schemeClr val="tx1"/>
                </a:solidFill>
                <a:latin typeface="+mn-lt"/>
              </a:defRPr>
            </a:lvl4pPr>
            <a:lvl5pPr>
              <a:defRPr sz="1500">
                <a:solidFill>
                  <a:schemeClr val="tx1"/>
                </a:solidFill>
                <a:latin typeface="+mn-lt"/>
              </a:defRPr>
            </a:lvl5pPr>
            <a:lvl6pPr marL="2571647" indent="-285739">
              <a:buFont typeface="Arial" panose="020B0604020202020204" pitchFamily="34" charset="0"/>
              <a:buChar char="•"/>
              <a:defRPr sz="1500">
                <a:latin typeface="+mn-lt"/>
              </a:defRPr>
            </a:lvl6pPr>
          </a:lstStyle>
          <a:p>
            <a:pPr lvl="0"/>
            <a:r>
              <a:rPr lang="en-US"/>
              <a:t>Bulleted list layout</a:t>
            </a:r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Bullet 2</a:t>
            </a:r>
          </a:p>
          <a:p>
            <a:pPr lvl="3"/>
            <a:r>
              <a:rPr lang="en-US"/>
              <a:t>Bullet 3</a:t>
            </a:r>
          </a:p>
          <a:p>
            <a:pPr lvl="4"/>
            <a:r>
              <a:rPr lang="en-US"/>
              <a:t>Bullet 4</a:t>
            </a:r>
          </a:p>
          <a:p>
            <a:pPr lvl="5"/>
            <a:r>
              <a:rPr lang="en-US"/>
              <a:t>Bullet 5</a:t>
            </a:r>
          </a:p>
          <a:p>
            <a:pPr lvl="1"/>
            <a:endParaRPr lang="en-US"/>
          </a:p>
          <a:p>
            <a:pPr lvl="0"/>
            <a:r>
              <a:rPr lang="en-US"/>
              <a:t>Keep each point clear and concise</a:t>
            </a:r>
          </a:p>
          <a:p>
            <a:pPr lvl="0"/>
            <a:r>
              <a:rPr lang="en-US"/>
              <a:t>Can you move any text to the talk-track?</a:t>
            </a:r>
          </a:p>
        </p:txBody>
      </p:sp>
    </p:spTree>
    <p:extLst>
      <p:ext uri="{BB962C8B-B14F-4D97-AF65-F5344CB8AC3E}">
        <p14:creationId xmlns:p14="http://schemas.microsoft.com/office/powerpoint/2010/main" val="80474420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headline with bulle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8B1490-87B7-F659-2DB5-CD1479746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B8288-D0D3-5E01-EBB8-98AE012E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1502BE-A6F4-F63D-EA87-00855290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914F3D-3D77-A659-0FBB-FB900E934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Type a concise headline here. Use headlines to tell a story.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0EC8580-5075-E779-16A2-96FB94428B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D3158B7-BCFE-98FA-BA1A-04E1ADA499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321" y="1382889"/>
            <a:ext cx="11222430" cy="4967112"/>
          </a:xfrm>
        </p:spPr>
        <p:txBody>
          <a:bodyPr>
            <a:noAutofit/>
          </a:bodyPr>
          <a:lstStyle>
            <a:lvl1pPr marL="285739" indent="-285739"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+mn-lt"/>
              </a:defRPr>
            </a:lvl1pPr>
            <a:lvl2pPr marL="742920" indent="-285739"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+mn-lt"/>
              </a:defRPr>
            </a:lvl2pPr>
            <a:lvl3pPr>
              <a:defRPr sz="2000">
                <a:solidFill>
                  <a:schemeClr val="bg1"/>
                </a:solidFill>
                <a:latin typeface="+mn-lt"/>
              </a:defRPr>
            </a:lvl3pPr>
            <a:lvl4pPr>
              <a:defRPr sz="2000">
                <a:solidFill>
                  <a:schemeClr val="bg1"/>
                </a:solidFill>
                <a:latin typeface="+mn-lt"/>
              </a:defRPr>
            </a:lvl4pPr>
            <a:lvl5pPr>
              <a:defRPr sz="2000">
                <a:solidFill>
                  <a:schemeClr val="bg1"/>
                </a:solidFill>
                <a:latin typeface="+mn-lt"/>
              </a:defRPr>
            </a:lvl5pPr>
            <a:lvl6pPr marL="2571647" indent="-285739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6pPr>
          </a:lstStyle>
          <a:p>
            <a:pPr lvl="0"/>
            <a:r>
              <a:rPr lang="en-US"/>
              <a:t>Bulleted list layout</a:t>
            </a:r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Bullet 2</a:t>
            </a:r>
          </a:p>
          <a:p>
            <a:pPr lvl="3"/>
            <a:r>
              <a:rPr lang="en-US"/>
              <a:t>Bullet 3</a:t>
            </a:r>
          </a:p>
          <a:p>
            <a:pPr lvl="4"/>
            <a:r>
              <a:rPr lang="en-US"/>
              <a:t>Bullet 4</a:t>
            </a:r>
          </a:p>
          <a:p>
            <a:pPr lvl="5"/>
            <a:r>
              <a:rPr lang="en-US"/>
              <a:t>Bullet 5</a:t>
            </a:r>
          </a:p>
          <a:p>
            <a:pPr lvl="1"/>
            <a:endParaRPr lang="en-US"/>
          </a:p>
          <a:p>
            <a:pPr lvl="0"/>
            <a:r>
              <a:rPr lang="en-US"/>
              <a:t>Keep each point clear and concise</a:t>
            </a:r>
          </a:p>
          <a:p>
            <a:pPr lvl="0"/>
            <a:r>
              <a:rPr lang="en-US"/>
              <a:t>Can you move any text to the talk-track?</a:t>
            </a:r>
          </a:p>
        </p:txBody>
      </p:sp>
    </p:spTree>
    <p:extLst>
      <p:ext uri="{BB962C8B-B14F-4D97-AF65-F5344CB8AC3E}">
        <p14:creationId xmlns:p14="http://schemas.microsoft.com/office/powerpoint/2010/main" val="70656272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headlin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4929-B325-2716-1579-881B480E4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49" y="444500"/>
            <a:ext cx="5991458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concise headline here. </a:t>
            </a:r>
            <a:br>
              <a:rPr lang="en-US"/>
            </a:br>
            <a:r>
              <a:rPr lang="en-US"/>
              <a:t>Use headlines to tell a story.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8B1490-87B7-F659-2DB5-CD1479746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B8288-D0D3-5E01-EBB8-98AE012E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0EC8580-5075-E779-16A2-96FB94428B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1502BE-A6F4-F63D-EA87-00855290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3372C949-89C0-53E1-5588-A911295E8F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48755" y="444500"/>
            <a:ext cx="5017698" cy="5905500"/>
          </a:xfrm>
          <a:prstGeom prst="roundRect">
            <a:avLst>
              <a:gd name="adj" fmla="val 8696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756B617-85A9-1483-982E-B8AB30EC0E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9617" y="1654789"/>
            <a:ext cx="5978089" cy="81035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333" b="0">
                <a:solidFill>
                  <a:schemeClr val="tx1"/>
                </a:solidFill>
              </a:defRPr>
            </a:lvl1pPr>
            <a:lvl2pPr>
              <a:defRPr sz="2333" b="0">
                <a:solidFill>
                  <a:schemeClr val="tx1"/>
                </a:solidFill>
              </a:defRPr>
            </a:lvl2pPr>
            <a:lvl3pPr>
              <a:defRPr sz="2333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Type a subheading here if necessary. </a:t>
            </a:r>
            <a:br>
              <a:rPr lang="en-US"/>
            </a:br>
            <a:r>
              <a:rPr lang="en-US"/>
              <a:t>Keep the text concise and avoid paragraphs.</a:t>
            </a:r>
          </a:p>
        </p:txBody>
      </p:sp>
    </p:spTree>
    <p:extLst>
      <p:ext uri="{BB962C8B-B14F-4D97-AF65-F5344CB8AC3E}">
        <p14:creationId xmlns:p14="http://schemas.microsoft.com/office/powerpoint/2010/main" val="61160220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with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50D91CC-EC83-5E19-A644-BADAABDDAF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66025 w 14630400"/>
              <a:gd name="connsiteY0" fmla="*/ 5162551 h 8229600"/>
              <a:gd name="connsiteX1" fmla="*/ 571500 w 14630400"/>
              <a:gd name="connsiteY1" fmla="*/ 5457076 h 8229600"/>
              <a:gd name="connsiteX2" fmla="*/ 571500 w 14630400"/>
              <a:gd name="connsiteY2" fmla="*/ 7325476 h 8229600"/>
              <a:gd name="connsiteX3" fmla="*/ 866025 w 14630400"/>
              <a:gd name="connsiteY3" fmla="*/ 7620001 h 8229600"/>
              <a:gd name="connsiteX4" fmla="*/ 13764375 w 14630400"/>
              <a:gd name="connsiteY4" fmla="*/ 7620001 h 8229600"/>
              <a:gd name="connsiteX5" fmla="*/ 14058900 w 14630400"/>
              <a:gd name="connsiteY5" fmla="*/ 7325476 h 8229600"/>
              <a:gd name="connsiteX6" fmla="*/ 14058900 w 14630400"/>
              <a:gd name="connsiteY6" fmla="*/ 5457076 h 8229600"/>
              <a:gd name="connsiteX7" fmla="*/ 13764375 w 14630400"/>
              <a:gd name="connsiteY7" fmla="*/ 5162551 h 8229600"/>
              <a:gd name="connsiteX8" fmla="*/ 0 w 14630400"/>
              <a:gd name="connsiteY8" fmla="*/ 0 h 8229600"/>
              <a:gd name="connsiteX9" fmla="*/ 14630400 w 14630400"/>
              <a:gd name="connsiteY9" fmla="*/ 0 h 8229600"/>
              <a:gd name="connsiteX10" fmla="*/ 14630400 w 14630400"/>
              <a:gd name="connsiteY10" fmla="*/ 8229600 h 8229600"/>
              <a:gd name="connsiteX11" fmla="*/ 0 w 14630400"/>
              <a:gd name="connsiteY11" fmla="*/ 8229600 h 822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30400" h="8229600">
                <a:moveTo>
                  <a:pt x="866025" y="5162551"/>
                </a:moveTo>
                <a:cubicBezTo>
                  <a:pt x="703363" y="5162551"/>
                  <a:pt x="571500" y="5294414"/>
                  <a:pt x="571500" y="5457076"/>
                </a:cubicBezTo>
                <a:lnTo>
                  <a:pt x="571500" y="7325476"/>
                </a:lnTo>
                <a:cubicBezTo>
                  <a:pt x="571500" y="7488138"/>
                  <a:pt x="703363" y="7620001"/>
                  <a:pt x="866025" y="7620001"/>
                </a:cubicBezTo>
                <a:lnTo>
                  <a:pt x="13764375" y="7620001"/>
                </a:lnTo>
                <a:cubicBezTo>
                  <a:pt x="13927037" y="7620001"/>
                  <a:pt x="14058900" y="7488138"/>
                  <a:pt x="14058900" y="7325476"/>
                </a:cubicBezTo>
                <a:lnTo>
                  <a:pt x="14058900" y="5457076"/>
                </a:lnTo>
                <a:cubicBezTo>
                  <a:pt x="14058900" y="5294414"/>
                  <a:pt x="13927037" y="5162551"/>
                  <a:pt x="13764375" y="5162551"/>
                </a:cubicBezTo>
                <a:close/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AFAC6B8-1F08-6BAD-FAA7-06ECD5F29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905" y="4959728"/>
            <a:ext cx="10662190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bold declarative statement here. Use this slide to tee up a topic, or to set up a story.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AD064A4-B47E-9FBA-F183-E4E9B38665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4905" y="4613613"/>
            <a:ext cx="10662191" cy="282065"/>
          </a:xfrm>
          <a:ln>
            <a:noFill/>
          </a:ln>
        </p:spPr>
        <p:txBody>
          <a:bodyPr wrap="square">
            <a:spAutoFit/>
          </a:bodyPr>
          <a:lstStyle>
            <a:lvl1pPr marL="0" indent="0" algn="l" defTabSz="380985" rtl="0" eaLnBrk="1" latinLnBrk="0" hangingPunct="1">
              <a:buNone/>
              <a:defRPr lang="en-US" sz="1333" b="1" i="0" kern="1200" spc="500" dirty="0" smtClean="0">
                <a:solidFill>
                  <a:schemeClr val="tx2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ALL CAPS EYEBROW TEXT HERE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F87BC28-D029-31C5-94D1-D1E217DF5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56554-8C19-3EF7-EBE2-AD8BF3369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AD5B6CC-ED47-B063-845A-15C3BE8EC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4EDFF2C-F05C-110A-1CBD-D5CBBAA23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40650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headline with eyeb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AFAC6B8-1F08-6BAD-FAA7-06ECD5F29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2727533"/>
            <a:ext cx="6806119" cy="3622467"/>
          </a:xfrm>
        </p:spPr>
        <p:txBody>
          <a:bodyPr wrap="square" anchor="t">
            <a:noAutofit/>
          </a:bodyPr>
          <a:lstStyle>
            <a:lvl1pPr>
              <a:lnSpc>
                <a:spcPct val="100000"/>
              </a:lnSpc>
              <a:defRPr sz="3667">
                <a:solidFill>
                  <a:schemeClr val="accent1"/>
                </a:solidFill>
              </a:defRPr>
            </a:lvl1pPr>
          </a:lstStyle>
          <a:p>
            <a:r>
              <a:rPr lang="en-US"/>
              <a:t>Summarize the problem in a concise sentence.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AD064A4-B47E-9FBA-F183-E4E9B38665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2398335"/>
            <a:ext cx="6806118" cy="282065"/>
          </a:xfrm>
          <a:ln>
            <a:noFill/>
          </a:ln>
        </p:spPr>
        <p:txBody>
          <a:bodyPr wrap="square">
            <a:spAutoFit/>
          </a:bodyPr>
          <a:lstStyle>
            <a:lvl1pPr marL="0" indent="0" algn="l" defTabSz="380985" rtl="0" eaLnBrk="1" latinLnBrk="0" hangingPunct="1">
              <a:buNone/>
              <a:defRPr lang="en-US" sz="1333" b="1" i="0" kern="1200" spc="500" dirty="0" smtClean="0">
                <a:solidFill>
                  <a:schemeClr val="tx2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THE PROBLEM</a:t>
            </a:r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2142AF4B-1C96-1673-1D2F-A0ED4834E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48755" y="444500"/>
            <a:ext cx="5017698" cy="5905500"/>
          </a:xfrm>
          <a:prstGeom prst="roundRect">
            <a:avLst>
              <a:gd name="adj" fmla="val 8696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0532A0A-23E0-DA64-788F-F42B21F86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EBB7B-74A0-7538-69C5-62CC53BF1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DF28744-7785-D59F-D13D-D9278BC046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43E58E-2C63-BDD9-C108-12E4AE1BC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3393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poi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267633-E924-4E49-1A7F-D7806738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8" y="444500"/>
            <a:ext cx="4828093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</a:t>
            </a:r>
            <a:br>
              <a:rPr lang="en-US"/>
            </a:br>
            <a:r>
              <a:rPr lang="en-US"/>
              <a:t>Keep it clear and concise. </a:t>
            </a:r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67052121-E592-4C2B-9F58-E75C44B5D0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63481" y="2088658"/>
            <a:ext cx="5700058" cy="4291602"/>
          </a:xfrm>
          <a:prstGeom prst="roundRect">
            <a:avLst>
              <a:gd name="adj" fmla="val 8696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B5A53893-8F32-AC9A-E4B7-E96478E057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30334" y="1140212"/>
            <a:ext cx="4473595" cy="400110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2000" b="0">
                <a:solidFill>
                  <a:schemeClr val="tx1"/>
                </a:solidFill>
              </a:defRPr>
            </a:lvl2pPr>
            <a:lvl3pPr>
              <a:defRPr sz="2000" b="0">
                <a:solidFill>
                  <a:schemeClr val="tx1"/>
                </a:solidFill>
              </a:defRPr>
            </a:lvl3pPr>
            <a:lvl4pPr>
              <a:defRPr sz="20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Keep each point to two lines or fewer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D1B43600-57F1-C8E4-8F4B-01ACCBAF5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2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2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2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2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924854-2C57-024D-E5F2-C693900B7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2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2"/>
              </a:solidFill>
              <a:latin typeface="Source Sans 3" panose="020B0303030403020204" pitchFamily="34" charset="0"/>
            </a:endParaRP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E7FF93A4-B233-7D72-600F-88DA6AEE00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2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A40FA11C-9DD4-BE3E-016E-345184887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2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2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4241FEFB-59AE-6196-3283-8DD58885A8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0334" y="3200579"/>
            <a:ext cx="4473595" cy="400110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2000" b="0">
                <a:solidFill>
                  <a:schemeClr val="tx1"/>
                </a:solidFill>
              </a:defRPr>
            </a:lvl2pPr>
            <a:lvl3pPr>
              <a:defRPr sz="2000" b="0">
                <a:solidFill>
                  <a:schemeClr val="tx1"/>
                </a:solidFill>
              </a:defRPr>
            </a:lvl3pPr>
            <a:lvl4pPr>
              <a:defRPr sz="20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Avoid paragraphs of text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EDE2E3DF-DFB5-62F2-6763-3715C0D578C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30334" y="5260946"/>
            <a:ext cx="4473595" cy="400110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2000" b="0">
                <a:solidFill>
                  <a:schemeClr val="tx1"/>
                </a:solidFill>
              </a:defRPr>
            </a:lvl2pPr>
            <a:lvl3pPr>
              <a:defRPr sz="2000" b="0">
                <a:solidFill>
                  <a:schemeClr val="tx1"/>
                </a:solidFill>
              </a:defRPr>
            </a:lvl3pPr>
            <a:lvl4pPr>
              <a:defRPr sz="20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Move text to the talk-track if you can</a:t>
            </a:r>
          </a:p>
        </p:txBody>
      </p:sp>
    </p:spTree>
    <p:extLst>
      <p:ext uri="{BB962C8B-B14F-4D97-AF65-F5344CB8AC3E}">
        <p14:creationId xmlns:p14="http://schemas.microsoft.com/office/powerpoint/2010/main" val="26869236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stats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9F402-A090-AF1E-E681-8805761C7D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132" y="1843271"/>
            <a:ext cx="2213162" cy="923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F154BEC-30D5-8396-3E75-063104915F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21207" y="2027937"/>
            <a:ext cx="3555158" cy="553998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810B1D1C-DD24-F59C-D31E-C79447EC16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48755" y="444500"/>
            <a:ext cx="5017698" cy="5905500"/>
          </a:xfrm>
          <a:prstGeom prst="roundRect">
            <a:avLst>
              <a:gd name="adj" fmla="val 8696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B6E7FED-5487-F1D5-E924-DFDDEE04E7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6132" y="3531624"/>
            <a:ext cx="2213162" cy="923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&gt;XX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7CC837F-B944-CD17-7323-A0E9CE8405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21207" y="3716289"/>
            <a:ext cx="3555158" cy="553998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F852CA-78E2-5B53-048C-7D46192576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132" y="4804478"/>
            <a:ext cx="2213162" cy="1754326"/>
          </a:xfrm>
        </p:spPr>
        <p:txBody>
          <a:bodyPr wrap="square" anchor="ctr">
            <a:sp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+XX%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2768664-5A47-1A3F-D7DC-17B79F868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21207" y="5520058"/>
            <a:ext cx="3555158" cy="323165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A6CEE1AB-E922-2D8F-5D99-85FA327B6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49A01A-075D-1D82-9B40-10D554A8B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F95F22C1-A3F7-51D4-B94D-4F42C50CD7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BB90E798-8E1A-F3EB-053D-6E0F931F1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08AFB3-177B-BC6C-821B-DCC9CD547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8" y="444501"/>
            <a:ext cx="6155098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The problem or impact in numbers</a:t>
            </a:r>
          </a:p>
        </p:txBody>
      </p:sp>
    </p:spTree>
    <p:extLst>
      <p:ext uri="{BB962C8B-B14F-4D97-AF65-F5344CB8AC3E}">
        <p14:creationId xmlns:p14="http://schemas.microsoft.com/office/powerpoint/2010/main" val="262820898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stats_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554FFF11-B1F7-5710-DC05-4CAD5A7E25AA}"/>
              </a:ext>
            </a:extLst>
          </p:cNvPr>
          <p:cNvSpPr>
            <a:spLocks noChangeAspect="1"/>
          </p:cNvSpPr>
          <p:nvPr/>
        </p:nvSpPr>
        <p:spPr>
          <a:xfrm>
            <a:off x="821887" y="2629450"/>
            <a:ext cx="858479" cy="8584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60487FC-9E47-02DD-2DEF-0CD49677BC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2940" y="425530"/>
            <a:ext cx="2333061" cy="923330"/>
          </a:xfrm>
        </p:spPr>
        <p:txBody>
          <a:bodyPr anchor="ctr">
            <a:spAutoFit/>
          </a:bodyPr>
          <a:lstStyle>
            <a:lvl1pPr marL="0" indent="0" algn="l">
              <a:buNone/>
              <a:defRPr sz="6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A44C2774-EDBA-8558-9529-C7A844D60C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45383" y="526519"/>
            <a:ext cx="2544513" cy="721351"/>
          </a:xfrm>
        </p:spPr>
        <p:txBody>
          <a:bodyPr anchor="ctr">
            <a:spAutoFit/>
          </a:bodyPr>
          <a:lstStyle>
            <a:lvl1pPr marL="0" indent="0" algn="l"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EB23C64A-A7F9-85C0-259C-E007FD521F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2940" y="2328949"/>
            <a:ext cx="2333061" cy="923330"/>
          </a:xfrm>
        </p:spPr>
        <p:txBody>
          <a:bodyPr anchor="ctr">
            <a:spAutoFit/>
          </a:bodyPr>
          <a:lstStyle>
            <a:lvl1pPr marL="0" indent="0" algn="l">
              <a:buNone/>
              <a:defRPr sz="6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CB344352-7D1E-A735-AB3A-4086E024E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5383" y="2429938"/>
            <a:ext cx="2544513" cy="721351"/>
          </a:xfrm>
        </p:spPr>
        <p:txBody>
          <a:bodyPr anchor="ctr">
            <a:spAutoFit/>
          </a:bodyPr>
          <a:lstStyle>
            <a:lvl1pPr marL="0" indent="0" algn="l"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2978EFC3-59D4-CAAB-FD82-AFB2526554F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2940" y="4232366"/>
            <a:ext cx="2333061" cy="923330"/>
          </a:xfrm>
        </p:spPr>
        <p:txBody>
          <a:bodyPr anchor="ctr">
            <a:spAutoFit/>
          </a:bodyPr>
          <a:lstStyle>
            <a:lvl1pPr marL="0" indent="0" algn="l">
              <a:buNone/>
              <a:defRPr sz="6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BA9C0CB3-AE2C-C09C-550F-B0FDCF0294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45383" y="4333355"/>
            <a:ext cx="2544513" cy="721351"/>
          </a:xfrm>
        </p:spPr>
        <p:txBody>
          <a:bodyPr anchor="ctr">
            <a:spAutoFit/>
          </a:bodyPr>
          <a:lstStyle>
            <a:lvl1pPr marL="0" indent="0" algn="l"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48" name="Footer Placeholder 4">
            <a:extLst>
              <a:ext uri="{FF2B5EF4-FFF2-40B4-BE49-F238E27FC236}">
                <a16:creationId xmlns:a16="http://schemas.microsoft.com/office/drawing/2014/main" id="{CABF6C0C-293A-74F5-F2AD-7C7D1FEAE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95E644-BC4A-FCB6-AAE0-0FC65CA6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2762F19F-9BB4-C1FE-CDB4-307C692256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51" name="Footer Placeholder 4">
            <a:extLst>
              <a:ext uri="{FF2B5EF4-FFF2-40B4-BE49-F238E27FC236}">
                <a16:creationId xmlns:a16="http://schemas.microsoft.com/office/drawing/2014/main" id="{3174CFFA-B5A7-52BE-C119-4F10DD456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273A5-192F-0B8C-02E8-6BE8E8016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8" y="444500"/>
            <a:ext cx="4828093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The problem or impact </a:t>
            </a:r>
            <a:br>
              <a:rPr lang="en-US"/>
            </a:br>
            <a:r>
              <a:rPr lang="en-US"/>
              <a:t>in numbers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26065856-2B44-3011-23C9-178C242B54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9618" y="1654789"/>
            <a:ext cx="4844383" cy="1169359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333" b="0">
                <a:solidFill>
                  <a:schemeClr val="tx1"/>
                </a:solidFill>
              </a:defRPr>
            </a:lvl1pPr>
            <a:lvl2pPr marL="457182" indent="0">
              <a:buNone/>
              <a:defRPr sz="2333" b="0">
                <a:solidFill>
                  <a:schemeClr val="tx1"/>
                </a:solidFill>
              </a:defRPr>
            </a:lvl2pPr>
            <a:lvl3pPr>
              <a:defRPr sz="2333" b="0">
                <a:solidFill>
                  <a:schemeClr val="tx1"/>
                </a:solidFill>
              </a:defRPr>
            </a:lvl3pPr>
            <a:lvl4pPr>
              <a:defRPr sz="2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Type a subheading here if necessary. Keep the text concise and avoid long paragraphs.</a:t>
            </a:r>
          </a:p>
        </p:txBody>
      </p:sp>
    </p:spTree>
    <p:extLst>
      <p:ext uri="{BB962C8B-B14F-4D97-AF65-F5344CB8AC3E}">
        <p14:creationId xmlns:p14="http://schemas.microsoft.com/office/powerpoint/2010/main" val="192982052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4 stats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9F402-A090-AF1E-E681-8805761C7D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084" y="2014722"/>
            <a:ext cx="2476276" cy="923330"/>
          </a:xfrm>
        </p:spPr>
        <p:txBody>
          <a:bodyPr wrap="square">
            <a:sp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8868A1-5377-A8FA-E3AD-A9FCFC7DF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84940" y="2014722"/>
            <a:ext cx="2476276" cy="923330"/>
          </a:xfrm>
        </p:spPr>
        <p:txBody>
          <a:bodyPr wrap="square">
            <a:sp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+XX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5054F7B-89DA-CEFA-307F-7F87C6CBE8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084" y="4333050"/>
            <a:ext cx="2476276" cy="923330"/>
          </a:xfrm>
        </p:spPr>
        <p:txBody>
          <a:bodyPr wrap="square">
            <a:sp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XXK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72B63E8-D35E-1413-BE9B-28CB7D7F1E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4940" y="4333050"/>
            <a:ext cx="2476276" cy="923330"/>
          </a:xfrm>
        </p:spPr>
        <p:txBody>
          <a:bodyPr wrap="square">
            <a:sp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+XX%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4DEB27F8-3589-CEA1-44B9-463CBD0C0B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3084" y="5371543"/>
            <a:ext cx="2476276" cy="707694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3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B4A9D35-7DB6-FE0F-193B-98DE2FAEDC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84940" y="5371543"/>
            <a:ext cx="2476276" cy="707694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3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C6EB4BDA-B422-AD79-C086-22A1A12907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48755" y="444500"/>
            <a:ext cx="5017698" cy="5905500"/>
          </a:xfrm>
          <a:prstGeom prst="roundRect">
            <a:avLst>
              <a:gd name="adj" fmla="val 8696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1E645CF-BFE1-0E2E-3FBE-A460A755F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8" y="444501"/>
            <a:ext cx="6155098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The problem or impact in numbers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573F39AC-8B10-2DEA-DB7C-7F3C2C663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28C5F0-0741-6335-CAE8-D1C4DC84D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BF9AFF2-9446-9AB1-5DE0-19AAEB4912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645B85D4-D8A1-CC58-7E1F-A75335705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03705D47-B6D2-379A-D1CA-197F7E3FE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084" y="3053215"/>
            <a:ext cx="2476276" cy="707694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3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3A2E861-3E08-CC71-F7D7-66B11B101B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84940" y="3053215"/>
            <a:ext cx="2476276" cy="707694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3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</p:spTree>
    <p:extLst>
      <p:ext uri="{BB962C8B-B14F-4D97-AF65-F5344CB8AC3E}">
        <p14:creationId xmlns:p14="http://schemas.microsoft.com/office/powerpoint/2010/main" val="31804470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4 stats_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9F402-A090-AF1E-E681-8805761C7D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9531" y="442710"/>
            <a:ext cx="2031998" cy="784830"/>
          </a:xfrm>
        </p:spPr>
        <p:txBody>
          <a:bodyPr wrap="square" anchor="ctr">
            <a:spAutoFit/>
          </a:bodyPr>
          <a:lstStyle>
            <a:lvl1pPr marL="0" indent="0" algn="l">
              <a:buNone/>
              <a:defRPr sz="5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F154BEC-30D5-8396-3E75-063104915F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34823" y="558127"/>
            <a:ext cx="2750852" cy="553998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B6E7FED-5487-F1D5-E924-DFDDEE04E7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69531" y="2021815"/>
            <a:ext cx="2031998" cy="784830"/>
          </a:xfrm>
        </p:spPr>
        <p:txBody>
          <a:bodyPr wrap="square" anchor="ctr">
            <a:spAutoFit/>
          </a:bodyPr>
          <a:lstStyle>
            <a:lvl1pPr marL="0" indent="0" algn="l">
              <a:buNone/>
              <a:defRPr sz="5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&gt;XX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7CC837F-B944-CD17-7323-A0E9CE8405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34823" y="2021815"/>
            <a:ext cx="2750852" cy="784830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F852CA-78E2-5B53-048C-7D46192576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69531" y="3600920"/>
            <a:ext cx="2031998" cy="784830"/>
          </a:xfrm>
        </p:spPr>
        <p:txBody>
          <a:bodyPr wrap="square" anchor="ctr">
            <a:spAutoFit/>
          </a:bodyPr>
          <a:lstStyle>
            <a:lvl1pPr marL="0" indent="0" algn="l">
              <a:buNone/>
              <a:defRPr sz="5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+XX%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2768664-5A47-1A3F-D7DC-17B79F868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34823" y="3716337"/>
            <a:ext cx="2750852" cy="553998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484B9BB-54F0-31B8-0F2D-2EB7D7F65F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69531" y="5180026"/>
            <a:ext cx="2031998" cy="784830"/>
          </a:xfrm>
        </p:spPr>
        <p:txBody>
          <a:bodyPr wrap="square" anchor="ctr">
            <a:spAutoFit/>
          </a:bodyPr>
          <a:lstStyle>
            <a:lvl1pPr marL="0" indent="0" algn="l">
              <a:buNone/>
              <a:defRPr sz="5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+XX%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D8F2D2B-48CF-2762-31E2-0AB6AB6003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34823" y="5295443"/>
            <a:ext cx="2750852" cy="553998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D586BCB7-E83E-2831-86B5-4B5553A91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051147-AB35-2BB1-B782-638B65CAD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B4F04BE-D07E-2231-02E1-9738A76594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D92F2697-0653-D3DD-9783-6F2E60C8A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97D04E-074D-38D4-8306-160DDDB22D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8" y="444500"/>
            <a:ext cx="4828093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The problem or impact </a:t>
            </a:r>
            <a:br>
              <a:rPr lang="en-US"/>
            </a:br>
            <a:r>
              <a:rPr lang="en-US"/>
              <a:t>in numbers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844F0A3-1C7D-E2DC-6CB0-DE908552DB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63481" y="2088658"/>
            <a:ext cx="5700058" cy="4291602"/>
          </a:xfrm>
          <a:prstGeom prst="roundRect">
            <a:avLst>
              <a:gd name="adj" fmla="val 8696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66267093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31">
            <a:extLst>
              <a:ext uri="{FF2B5EF4-FFF2-40B4-BE49-F238E27FC236}">
                <a16:creationId xmlns:a16="http://schemas.microsoft.com/office/drawing/2014/main" id="{9AB0E46E-A29F-F2B9-39A2-D6E82DA399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8897" y="1518354"/>
            <a:ext cx="4917287" cy="424412"/>
          </a:xfrm>
        </p:spPr>
        <p:txBody>
          <a:bodyPr wrap="square">
            <a:spAutoFit/>
          </a:bodyPr>
          <a:lstStyle>
            <a:lvl1pPr marL="0" indent="0"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Subheading goes here. 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0EAF2983-92E1-A887-F905-F559D5D8B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8AF48C-B8BD-FC44-8D86-FFBA264BB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2DAB5A-19B1-D654-9E54-6C9973346F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40401605-9C76-8486-3B71-91483A7A3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Text Placeholder 31">
            <a:extLst>
              <a:ext uri="{FF2B5EF4-FFF2-40B4-BE49-F238E27FC236}">
                <a16:creationId xmlns:a16="http://schemas.microsoft.com/office/drawing/2014/main" id="{90889263-84BE-9007-112E-08679E6A2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84859" y="1518353"/>
            <a:ext cx="4917287" cy="424412"/>
          </a:xfrm>
        </p:spPr>
        <p:txBody>
          <a:bodyPr wrap="square">
            <a:spAutoFit/>
          </a:bodyPr>
          <a:lstStyle>
            <a:lvl1pPr marL="0" indent="0"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Avoid long paragraphs.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AFDF8E-ACF4-53F4-3881-8B36CF8B2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concise headline here. Use headlines to tell a story.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418B50-6C54-94C7-A80E-B79239A60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6249" y="2273651"/>
            <a:ext cx="4917287" cy="4126322"/>
          </a:xfrm>
        </p:spPr>
        <p:txBody>
          <a:bodyPr wrap="square" anchor="t">
            <a:spAutoFit/>
          </a:bodyPr>
          <a:lstStyle>
            <a:lvl1pPr marL="285739" indent="-285739">
              <a:buFont typeface="Arial" panose="020B0604020202020204" pitchFamily="34" charset="0"/>
              <a:buChar char="•"/>
              <a:defRPr sz="1667" b="0">
                <a:solidFill>
                  <a:schemeClr val="tx1"/>
                </a:solidFill>
              </a:defRPr>
            </a:lvl1pPr>
            <a:lvl2pPr>
              <a:defRPr sz="1667" b="0">
                <a:solidFill>
                  <a:schemeClr val="tx1"/>
                </a:solidFill>
              </a:defRPr>
            </a:lvl2pPr>
            <a:lvl3pPr>
              <a:defRPr sz="1667" b="0">
                <a:solidFill>
                  <a:schemeClr val="tx1"/>
                </a:solidFill>
              </a:defRPr>
            </a:lvl3pPr>
            <a:lvl4pPr>
              <a:defRPr sz="1667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87AF493-4B16-26AC-F5EA-02C21CD32F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84859" y="2273651"/>
            <a:ext cx="4917287" cy="4126322"/>
          </a:xfrm>
        </p:spPr>
        <p:txBody>
          <a:bodyPr wrap="square" anchor="t">
            <a:spAutoFit/>
          </a:bodyPr>
          <a:lstStyle>
            <a:lvl1pPr marL="285739" indent="-285739">
              <a:buFont typeface="Arial" panose="020B0604020202020204" pitchFamily="34" charset="0"/>
              <a:buChar char="•"/>
              <a:defRPr sz="1667" b="0">
                <a:solidFill>
                  <a:schemeClr val="tx1"/>
                </a:solidFill>
              </a:defRPr>
            </a:lvl1pPr>
            <a:lvl2pPr>
              <a:defRPr sz="1667" b="0">
                <a:solidFill>
                  <a:schemeClr val="tx1"/>
                </a:solidFill>
              </a:defRPr>
            </a:lvl2pPr>
            <a:lvl3pPr>
              <a:defRPr sz="1667" b="0">
                <a:solidFill>
                  <a:schemeClr val="tx1"/>
                </a:solidFill>
              </a:defRPr>
            </a:lvl3pPr>
            <a:lvl4pPr>
              <a:defRPr sz="1667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226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columns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31">
            <a:extLst>
              <a:ext uri="{FF2B5EF4-FFF2-40B4-BE49-F238E27FC236}">
                <a16:creationId xmlns:a16="http://schemas.microsoft.com/office/drawing/2014/main" id="{9AB0E46E-A29F-F2B9-39A2-D6E82DA399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451" y="1599992"/>
            <a:ext cx="3055900" cy="81035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Subheadings go here. Keep them concise.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0EAF2983-92E1-A887-F905-F559D5D8B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8AF48C-B8BD-FC44-8D86-FFBA264BB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2DAB5A-19B1-D654-9E54-6C9973346F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40401605-9C76-8486-3B71-91483A7A3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Text Placeholder 31">
            <a:extLst>
              <a:ext uri="{FF2B5EF4-FFF2-40B4-BE49-F238E27FC236}">
                <a16:creationId xmlns:a16="http://schemas.microsoft.com/office/drawing/2014/main" id="{95DAF312-07BB-FCE8-032C-788D8FDB6A2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59850" y="1599992"/>
            <a:ext cx="3055900" cy="81035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What are the key takeaways?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AFDF8E-ACF4-53F4-3881-8B36CF8B2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concise headline here. Use headlines to tell a story.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418B50-6C54-94C7-A80E-B79239A60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451" y="2722684"/>
            <a:ext cx="3055900" cy="3667671"/>
          </a:xfrm>
        </p:spPr>
        <p:txBody>
          <a:bodyPr wrap="square" anchor="t">
            <a:spAutoFit/>
          </a:bodyPr>
          <a:lstStyle>
            <a:lvl1pPr marL="285739" indent="-285739">
              <a:lnSpc>
                <a:spcPct val="100000"/>
              </a:lnSpc>
              <a:buFont typeface="Arial" panose="020B0604020202020204" pitchFamily="34" charset="0"/>
              <a:buChar char="•"/>
              <a:defRPr sz="1667" b="0">
                <a:solidFill>
                  <a:schemeClr val="tx1"/>
                </a:solidFill>
              </a:defRPr>
            </a:lvl1pPr>
            <a:lvl2pPr>
              <a:defRPr sz="1667" b="0">
                <a:solidFill>
                  <a:schemeClr val="tx1"/>
                </a:solidFill>
              </a:defRPr>
            </a:lvl2pPr>
            <a:lvl3pPr>
              <a:defRPr sz="1667" b="0">
                <a:solidFill>
                  <a:schemeClr val="tx1"/>
                </a:solidFill>
              </a:defRPr>
            </a:lvl3pPr>
            <a:lvl4pPr>
              <a:defRPr sz="1667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Lorem ipsum dolor sit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4" name="Text Placeholder 31">
            <a:extLst>
              <a:ext uri="{FF2B5EF4-FFF2-40B4-BE49-F238E27FC236}">
                <a16:creationId xmlns:a16="http://schemas.microsoft.com/office/drawing/2014/main" id="{1722361E-5D4F-4BF1-F064-4CFFCFC852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68049" y="1599992"/>
            <a:ext cx="3055900" cy="81035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Avoid long paragraphs.</a:t>
            </a:r>
            <a:br>
              <a:rPr lang="en-US"/>
            </a:b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D946C66-BD43-2EE2-84CB-80848D6CDD0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8049" y="2722684"/>
            <a:ext cx="3055900" cy="3667671"/>
          </a:xfrm>
        </p:spPr>
        <p:txBody>
          <a:bodyPr wrap="square" anchor="t">
            <a:spAutoFit/>
          </a:bodyPr>
          <a:lstStyle>
            <a:lvl1pPr marL="285739" indent="-285739">
              <a:lnSpc>
                <a:spcPct val="100000"/>
              </a:lnSpc>
              <a:buFont typeface="Arial" panose="020B0604020202020204" pitchFamily="34" charset="0"/>
              <a:buChar char="•"/>
              <a:defRPr sz="1667" b="0">
                <a:solidFill>
                  <a:schemeClr val="tx1"/>
                </a:solidFill>
              </a:defRPr>
            </a:lvl1pPr>
            <a:lvl2pPr>
              <a:defRPr sz="1667" b="0">
                <a:solidFill>
                  <a:schemeClr val="tx1"/>
                </a:solidFill>
              </a:defRPr>
            </a:lvl2pPr>
            <a:lvl3pPr>
              <a:defRPr sz="1667" b="0">
                <a:solidFill>
                  <a:schemeClr val="tx1"/>
                </a:solidFill>
              </a:defRPr>
            </a:lvl3pPr>
            <a:lvl4pPr>
              <a:defRPr sz="1667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Lorem ipsum dolor sit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F200399-9FAD-1CD3-11A4-41253985856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59850" y="2722684"/>
            <a:ext cx="3055900" cy="3667671"/>
          </a:xfrm>
        </p:spPr>
        <p:txBody>
          <a:bodyPr wrap="square" anchor="t">
            <a:spAutoFit/>
          </a:bodyPr>
          <a:lstStyle>
            <a:lvl1pPr marL="285739" indent="-285739">
              <a:lnSpc>
                <a:spcPct val="100000"/>
              </a:lnSpc>
              <a:buFont typeface="Arial" panose="020B0604020202020204" pitchFamily="34" charset="0"/>
              <a:buChar char="•"/>
              <a:defRPr sz="1667" b="0">
                <a:solidFill>
                  <a:schemeClr val="tx1"/>
                </a:solidFill>
              </a:defRPr>
            </a:lvl1pPr>
            <a:lvl2pPr>
              <a:defRPr sz="1667" b="0">
                <a:solidFill>
                  <a:schemeClr val="tx1"/>
                </a:solidFill>
              </a:defRPr>
            </a:lvl2pPr>
            <a:lvl3pPr>
              <a:defRPr sz="1667" b="0">
                <a:solidFill>
                  <a:schemeClr val="tx1"/>
                </a:solidFill>
              </a:defRPr>
            </a:lvl3pPr>
            <a:lvl4pPr>
              <a:defRPr sz="1667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Lorem ipsum dolor sit</a:t>
            </a:r>
          </a:p>
          <a:p>
            <a:pPr lvl="0"/>
            <a:endParaRPr lang="en-US"/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</p:spTree>
    <p:extLst>
      <p:ext uri="{BB962C8B-B14F-4D97-AF65-F5344CB8AC3E}">
        <p14:creationId xmlns:p14="http://schemas.microsoft.com/office/powerpoint/2010/main" val="217565778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columns with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54C5D1-8063-662E-7E83-CF7BB7717D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338" y="1689807"/>
            <a:ext cx="2874642" cy="2013479"/>
          </a:xfrm>
          <a:prstGeom prst="roundRect">
            <a:avLst>
              <a:gd name="adj" fmla="val 10241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F8727047-38AD-1085-7ADE-90FE045CB7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70941" y="1689807"/>
            <a:ext cx="2874642" cy="2013479"/>
          </a:xfrm>
          <a:prstGeom prst="roundRect">
            <a:avLst>
              <a:gd name="adj" fmla="val 10241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D897E7FF-FEDD-0BA3-15C5-130F14E3EA7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48844" y="1689807"/>
            <a:ext cx="2874642" cy="2013479"/>
          </a:xfrm>
          <a:prstGeom prst="roundRect">
            <a:avLst>
              <a:gd name="adj" fmla="val 10241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13BB51A-689C-F61A-CBED-7C87A8183F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339" y="3847845"/>
            <a:ext cx="2874642" cy="81035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Subheading here. Two lines or fewer.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F107DC09-4B60-9588-538D-586F662B1A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0339" y="4897269"/>
            <a:ext cx="2874642" cy="707694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+mn-lt"/>
              </a:defRPr>
            </a:lvl1pPr>
            <a:lvl2pPr marL="457182" indent="0">
              <a:buNone/>
              <a:defRPr sz="1333" b="0">
                <a:latin typeface="+mn-lt"/>
              </a:defRPr>
            </a:lvl2pPr>
            <a:lvl3pPr>
              <a:defRPr sz="1333" b="0">
                <a:latin typeface="+mn-lt"/>
              </a:defRPr>
            </a:lvl3pPr>
            <a:lvl4pPr>
              <a:defRPr sz="1333" b="0">
                <a:latin typeface="+mn-lt"/>
              </a:defRPr>
            </a:lvl4pPr>
          </a:lstStyle>
          <a:p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Lorem ipsum dolor sit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amet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,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consectetuer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adipiscing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elit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. Aenean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commodo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ligula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eget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dolor. 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E0E6868-F0D7-B086-D465-5909549C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F5A8A-E681-A91F-5D83-C900ECA77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93EEF66B-6F6C-8468-31C3-8C42AD5FAC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A2AC88F-EA46-E9DC-F49C-B5D4762C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4CF462FE-E7E5-DB1F-ECCE-8BC519211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0211" y="3847845"/>
            <a:ext cx="2874642" cy="81035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Is the info relevant to the audience?</a:t>
            </a:r>
          </a:p>
        </p:txBody>
      </p:sp>
      <p:sp>
        <p:nvSpPr>
          <p:cNvPr id="8" name="Text Placeholder 31">
            <a:extLst>
              <a:ext uri="{FF2B5EF4-FFF2-40B4-BE49-F238E27FC236}">
                <a16:creationId xmlns:a16="http://schemas.microsoft.com/office/drawing/2014/main" id="{4A4B5CAA-AB48-7A0D-678A-AE4AC339F6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39472" y="3847845"/>
            <a:ext cx="2874642" cy="81035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Move text to the talk-track if you can.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C25DA6E-09E1-7BED-BF79-F9B393EE0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concise headline here. Use headlines to tell a story.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AA47209F-738A-9810-160F-E96560F94A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60211" y="4897269"/>
            <a:ext cx="2874642" cy="707694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+mn-lt"/>
              </a:defRPr>
            </a:lvl1pPr>
            <a:lvl2pPr marL="457182" indent="0">
              <a:buNone/>
              <a:defRPr sz="1333" b="0">
                <a:latin typeface="+mn-lt"/>
              </a:defRPr>
            </a:lvl2pPr>
            <a:lvl3pPr>
              <a:defRPr sz="1333" b="0">
                <a:latin typeface="+mn-lt"/>
              </a:defRPr>
            </a:lvl3pPr>
            <a:lvl4pPr>
              <a:defRPr sz="1333" b="0">
                <a:latin typeface="+mn-lt"/>
              </a:defRPr>
            </a:lvl4pPr>
          </a:lstStyle>
          <a:p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Lorem ipsum dolor sit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amet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,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consectetuer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adipiscing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elit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. Aenean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commodo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ligula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eget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dolor. </a:t>
            </a:r>
          </a:p>
        </p:txBody>
      </p:sp>
      <p:sp>
        <p:nvSpPr>
          <p:cNvPr id="14" name="Text Placeholder 31">
            <a:extLst>
              <a:ext uri="{FF2B5EF4-FFF2-40B4-BE49-F238E27FC236}">
                <a16:creationId xmlns:a16="http://schemas.microsoft.com/office/drawing/2014/main" id="{D2C22AD7-07FC-8CFB-74A0-06BF62BF2B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39472" y="4897269"/>
            <a:ext cx="2874642" cy="707694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+mn-lt"/>
              </a:defRPr>
            </a:lvl1pPr>
            <a:lvl2pPr marL="457182" indent="0">
              <a:buNone/>
              <a:defRPr sz="1333" b="0">
                <a:latin typeface="+mn-lt"/>
              </a:defRPr>
            </a:lvl2pPr>
            <a:lvl3pPr>
              <a:defRPr sz="1333" b="0">
                <a:latin typeface="+mn-lt"/>
              </a:defRPr>
            </a:lvl3pPr>
            <a:lvl4pPr>
              <a:defRPr sz="1333" b="0">
                <a:latin typeface="+mn-lt"/>
              </a:defRPr>
            </a:lvl4pPr>
          </a:lstStyle>
          <a:p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Lorem ipsum dolor sit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amet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,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consectetuer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adipiscing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elit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. Aenean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commodo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ligula </a:t>
            </a:r>
            <a:r>
              <a:rPr lang="en-US" sz="1333" err="1">
                <a:solidFill>
                  <a:schemeClr val="tx2"/>
                </a:solidFill>
                <a:latin typeface="Source Sans 3" panose="020B0303030403020204" pitchFamily="34" charset="0"/>
              </a:rPr>
              <a:t>eget</a:t>
            </a:r>
            <a:r>
              <a:rPr lang="en-US" sz="1333">
                <a:solidFill>
                  <a:schemeClr val="tx2"/>
                </a:solidFill>
                <a:latin typeface="Source Sans 3" panose="020B0303030403020204" pitchFamily="34" charset="0"/>
              </a:rPr>
              <a:t> dolor. </a:t>
            </a:r>
          </a:p>
        </p:txBody>
      </p:sp>
    </p:spTree>
    <p:extLst>
      <p:ext uri="{BB962C8B-B14F-4D97-AF65-F5344CB8AC3E}">
        <p14:creationId xmlns:p14="http://schemas.microsoft.com/office/powerpoint/2010/main" val="420450462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columns_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FD79E99-7EFF-D764-0F39-3F8035B894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32544" y="423495"/>
            <a:ext cx="2143139" cy="116935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Use this slide to call out three points.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CD717975-A6EF-599D-4B8D-9BEC2129B9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4809" y="423494"/>
            <a:ext cx="2143139" cy="116935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Keep each point short </a:t>
            </a:r>
            <a:br>
              <a:rPr lang="en-US"/>
            </a:br>
            <a:r>
              <a:rPr lang="en-US"/>
              <a:t>and sweet.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F8C404A1-471F-6C7D-0BF6-0E0F117650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3065" y="423494"/>
            <a:ext cx="2143139" cy="116935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333" b="0" i="0" kern="1200" dirty="0">
                <a:solidFill>
                  <a:schemeClr val="accent1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Can you move any text to the talk-track?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B5A53893-8F32-AC9A-E4B7-E96478E057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32544" y="1894016"/>
            <a:ext cx="2143139" cy="3924151"/>
          </a:xfrm>
        </p:spPr>
        <p:txBody>
          <a:bodyPr wrap="square" anchor="t">
            <a:spAutoFit/>
          </a:bodyPr>
          <a:lstStyle>
            <a:lvl1pPr marL="285739" indent="-28573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67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 marL="742920" indent="-285739">
              <a:buFont typeface="Arial" panose="020B0604020202020204" pitchFamily="34" charset="0"/>
              <a:buChar char="•"/>
              <a:defRPr sz="1667" b="0">
                <a:solidFill>
                  <a:schemeClr val="tx1"/>
                </a:solidFill>
              </a:defRPr>
            </a:lvl2pPr>
            <a:lvl3pPr marL="1200102" indent="-285739">
              <a:buFont typeface="Arial" panose="020B0604020202020204" pitchFamily="34" charset="0"/>
              <a:buChar char="•"/>
              <a:defRPr sz="1667">
                <a:solidFill>
                  <a:schemeClr val="tx1"/>
                </a:solidFill>
              </a:defRPr>
            </a:lvl3pPr>
            <a:lvl4pPr marL="1657284" indent="-285739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Type supporting details here if needed…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B6976B7-A04E-EFC4-056C-B6C547D96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827667-D589-5C1B-19B3-04EE6732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131CC66-7799-F166-4CD3-7CE1F1D3CA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C0A06CEA-901E-836E-E144-3B38DC2B4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D711FC-C0AA-27E6-585B-AE1B1BF80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7" y="444500"/>
            <a:ext cx="2696619" cy="192360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FAF9B39-43CC-C906-87C6-070C5ABC3A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24809" y="1894016"/>
            <a:ext cx="2143139" cy="3924151"/>
          </a:xfrm>
        </p:spPr>
        <p:txBody>
          <a:bodyPr wrap="square" anchor="t">
            <a:spAutoFit/>
          </a:bodyPr>
          <a:lstStyle>
            <a:lvl1pPr marL="285739" indent="-28573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67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 marL="742920" indent="-285739">
              <a:buFont typeface="Arial" panose="020B0604020202020204" pitchFamily="34" charset="0"/>
              <a:buChar char="•"/>
              <a:defRPr sz="1667" b="0">
                <a:solidFill>
                  <a:schemeClr val="tx1"/>
                </a:solidFill>
              </a:defRPr>
            </a:lvl2pPr>
            <a:lvl3pPr marL="1200102" indent="-285739">
              <a:buFont typeface="Arial" panose="020B0604020202020204" pitchFamily="34" charset="0"/>
              <a:buChar char="•"/>
              <a:defRPr sz="1667">
                <a:solidFill>
                  <a:schemeClr val="tx1"/>
                </a:solidFill>
              </a:defRPr>
            </a:lvl3pPr>
            <a:lvl4pPr marL="1657284" indent="-285739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Type supporting details here if needed…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F0E0E45B-4E09-8413-1337-510712A622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73065" y="1894016"/>
            <a:ext cx="2143139" cy="3924151"/>
          </a:xfrm>
        </p:spPr>
        <p:txBody>
          <a:bodyPr wrap="square" anchor="t">
            <a:spAutoFit/>
          </a:bodyPr>
          <a:lstStyle>
            <a:lvl1pPr marL="285739" indent="-28573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67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 marL="742920" indent="-285739">
              <a:buFont typeface="Arial" panose="020B0604020202020204" pitchFamily="34" charset="0"/>
              <a:buChar char="•"/>
              <a:defRPr sz="1667" b="0">
                <a:solidFill>
                  <a:schemeClr val="tx1"/>
                </a:solidFill>
              </a:defRPr>
            </a:lvl2pPr>
            <a:lvl3pPr marL="1200102" indent="-285739">
              <a:buFont typeface="Arial" panose="020B0604020202020204" pitchFamily="34" charset="0"/>
              <a:buChar char="•"/>
              <a:defRPr sz="1667">
                <a:solidFill>
                  <a:schemeClr val="tx1"/>
                </a:solidFill>
              </a:defRPr>
            </a:lvl3pPr>
            <a:lvl4pPr marL="1657284" indent="-285739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Type supporting details here if needed…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677194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columns with 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1">
            <a:extLst>
              <a:ext uri="{FF2B5EF4-FFF2-40B4-BE49-F238E27FC236}">
                <a16:creationId xmlns:a16="http://schemas.microsoft.com/office/drawing/2014/main" id="{3ABE774E-1B6F-D23A-3A83-9BBF63069C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353" y="1574324"/>
            <a:ext cx="2933188" cy="81035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Subheading goes here. Keep it concise.</a:t>
            </a:r>
          </a:p>
        </p:txBody>
      </p:sp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5E09AC75-7BEE-069E-672E-8BE4F63B9F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7075" y="1574324"/>
            <a:ext cx="2921199" cy="81035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What are the key takeaways?</a:t>
            </a:r>
          </a:p>
        </p:txBody>
      </p:sp>
      <p:sp>
        <p:nvSpPr>
          <p:cNvPr id="5" name="Text Placeholder 31">
            <a:extLst>
              <a:ext uri="{FF2B5EF4-FFF2-40B4-BE49-F238E27FC236}">
                <a16:creationId xmlns:a16="http://schemas.microsoft.com/office/drawing/2014/main" id="{C29D1146-BCC7-DBAD-CE35-6AD8E12FAD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63138" y="1574324"/>
            <a:ext cx="2957853" cy="81035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Is the info relevant to the audience?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A05ACD49-34D0-4DE3-04CA-12C11D2D40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6353" y="2605894"/>
            <a:ext cx="2957853" cy="1015663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/>
            </a:lvl2pPr>
            <a:lvl3pPr>
              <a:defRPr sz="1500" b="0"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</a:t>
            </a:r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C47A981B-4F0D-E256-F466-A2F20D3B55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6353" y="3901475"/>
            <a:ext cx="1301133" cy="646331"/>
          </a:xfrm>
        </p:spPr>
        <p:txBody>
          <a:bodyPr anchor="ctr">
            <a:sp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82B25550-75CD-7832-BACD-765920A35D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6353" y="4775993"/>
            <a:ext cx="1301133" cy="646331"/>
          </a:xfrm>
        </p:spPr>
        <p:txBody>
          <a:bodyPr anchor="ctr">
            <a:sp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3913E2C2-B54A-5A8F-19DB-45BB890EEF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17074" y="3901475"/>
            <a:ext cx="1301133" cy="646331"/>
          </a:xfrm>
        </p:spPr>
        <p:txBody>
          <a:bodyPr anchor="ctr">
            <a:sp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6935F2F2-FB79-3DB2-200B-ABD3FCB1E6D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7074" y="4768898"/>
            <a:ext cx="1301133" cy="646331"/>
          </a:xfrm>
        </p:spPr>
        <p:txBody>
          <a:bodyPr anchor="ctr">
            <a:sp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0A89AA4C-9C99-0252-F48E-ED0B40BE8D2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63138" y="3901475"/>
            <a:ext cx="1301133" cy="646331"/>
          </a:xfrm>
        </p:spPr>
        <p:txBody>
          <a:bodyPr anchor="ctr">
            <a:sp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C4359F0-1EC4-9C92-6AE3-70141387629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138" y="4768898"/>
            <a:ext cx="1301133" cy="646331"/>
          </a:xfrm>
        </p:spPr>
        <p:txBody>
          <a:bodyPr anchor="ctr">
            <a:sp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9D322C64-6571-A010-49AF-A453A396F30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21820" y="3998873"/>
            <a:ext cx="1577721" cy="451534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6AB33CE9-320E-2BBF-593E-80803C2BA6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21820" y="4873391"/>
            <a:ext cx="1577721" cy="451534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3508DC14-B0F8-8013-0542-69E66A017E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67311" y="3998873"/>
            <a:ext cx="1577721" cy="451534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6225274-BC98-D90B-EC52-3B4D4D192E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67311" y="4873391"/>
            <a:ext cx="1577721" cy="451534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CA3642F5-AA85-8816-FF80-97E59E94B1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104778" y="3998873"/>
            <a:ext cx="1616213" cy="451534"/>
          </a:xfrm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FFD06F23-EDE5-D991-5038-CCDF97E9C23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04778" y="4873391"/>
            <a:ext cx="1616213" cy="451534"/>
          </a:xfrm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6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endParaRPr lang="en-US"/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87B17CC9-E512-79DC-072B-D23129D43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2505BA-411E-5851-FE39-EFFB6EB9F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AEDD1F44-7262-94B8-75F4-4126613DC1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1F9AA11A-0786-CDC8-3681-44FCE80C6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413334-CC50-D2E3-413C-15286B4BE3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concise headline here. Use headlines to tell a story.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87CAB7D-5249-3A75-4010-6BE544A603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17074" y="2605894"/>
            <a:ext cx="2957853" cy="1015663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/>
            </a:lvl2pPr>
            <a:lvl3pPr>
              <a:defRPr sz="1500" b="0"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9474555C-238F-3E78-DC3B-12DCCB0BD20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63138" y="2605894"/>
            <a:ext cx="2957853" cy="1015663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/>
            </a:lvl2pPr>
            <a:lvl3pPr>
              <a:defRPr sz="1500" b="0"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</a:t>
            </a:r>
          </a:p>
        </p:txBody>
      </p:sp>
    </p:spTree>
    <p:extLst>
      <p:ext uri="{BB962C8B-B14F-4D97-AF65-F5344CB8AC3E}">
        <p14:creationId xmlns:p14="http://schemas.microsoft.com/office/powerpoint/2010/main" val="14756360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4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FD79E99-7EFF-D764-0F39-3F8035B894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5081" y="1534669"/>
            <a:ext cx="2236764" cy="1169359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Subheading here. Keep it short and sweet.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5610D7E-50BF-1A55-B9BC-62B3BCBE5D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081" y="2938265"/>
            <a:ext cx="2236764" cy="3308598"/>
          </a:xfrm>
        </p:spPr>
        <p:txBody>
          <a:bodyPr anchor="t">
            <a:spAutoFit/>
          </a:bodyPr>
          <a:lstStyle>
            <a:lvl1pPr marL="238115" indent="-238115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b="0">
                <a:solidFill>
                  <a:schemeClr val="tx1"/>
                </a:solidFill>
              </a:defRPr>
            </a:lvl1pPr>
            <a:lvl2pPr marL="695297" indent="-238115">
              <a:buFont typeface="Arial" panose="020B0604020202020204" pitchFamily="34" charset="0"/>
              <a:buChar char="•"/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Type the supporting points here…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21E07974-C4F1-5BF3-91FA-285039A714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60453" y="1541805"/>
            <a:ext cx="2236764" cy="1169359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Avoid typing long paragraphs </a:t>
            </a:r>
            <a:br>
              <a:rPr lang="en-US"/>
            </a:br>
            <a:r>
              <a:rPr lang="en-US"/>
              <a:t>of text.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A24D8FE2-E435-750F-8733-9FD33102AF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91296" y="1541805"/>
            <a:ext cx="2236764" cy="1169359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What are the key takeaways?</a:t>
            </a:r>
          </a:p>
          <a:p>
            <a:pPr lvl="0"/>
            <a:endParaRPr lang="en-US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9D8E6BC9-1EEB-B674-8BEC-6A3D36E639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703" y="1541805"/>
            <a:ext cx="2236764" cy="1169359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Can you move any text to the talk-track?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EA37918-3AEB-713D-0874-5E9025F8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A8B754-6ACB-3968-AAD2-A13D985F4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F993694-0510-B4B8-923E-69AA0DDAAA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E49F84B-7C8C-EA0E-0B16-8E2B38DCF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48E81D-8CA7-FE55-F411-DB83B9D5C0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concise headline here. Use headlines to tell a story.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26981B52-1124-3CDB-09BC-CD488E1F9E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60453" y="2938265"/>
            <a:ext cx="2236764" cy="3308598"/>
          </a:xfrm>
        </p:spPr>
        <p:txBody>
          <a:bodyPr anchor="t">
            <a:spAutoFit/>
          </a:bodyPr>
          <a:lstStyle>
            <a:lvl1pPr marL="238115" indent="-238115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b="0">
                <a:solidFill>
                  <a:schemeClr val="tx1"/>
                </a:solidFill>
              </a:defRPr>
            </a:lvl1pPr>
            <a:lvl2pPr marL="695297" indent="-238115">
              <a:buFont typeface="Arial" panose="020B0604020202020204" pitchFamily="34" charset="0"/>
              <a:buChar char="•"/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Type the supporting points here…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73233C51-2E36-5704-870A-F8DDE8188F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91296" y="2938265"/>
            <a:ext cx="2236764" cy="3308598"/>
          </a:xfrm>
        </p:spPr>
        <p:txBody>
          <a:bodyPr anchor="t">
            <a:spAutoFit/>
          </a:bodyPr>
          <a:lstStyle>
            <a:lvl1pPr marL="238115" indent="-238115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b="0">
                <a:solidFill>
                  <a:schemeClr val="tx1"/>
                </a:solidFill>
              </a:defRPr>
            </a:lvl1pPr>
            <a:lvl2pPr marL="695297" indent="-238115">
              <a:buFont typeface="Arial" panose="020B0604020202020204" pitchFamily="34" charset="0"/>
              <a:buChar char="•"/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Type the supporting points here…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67ACA15-C46F-DDBE-56D1-84F50FE5AB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80703" y="2938265"/>
            <a:ext cx="2236764" cy="3308598"/>
          </a:xfrm>
        </p:spPr>
        <p:txBody>
          <a:bodyPr anchor="t">
            <a:spAutoFit/>
          </a:bodyPr>
          <a:lstStyle>
            <a:lvl1pPr marL="238115" indent="-238115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b="0">
                <a:solidFill>
                  <a:schemeClr val="tx1"/>
                </a:solidFill>
              </a:defRPr>
            </a:lvl1pPr>
            <a:lvl2pPr marL="695297" indent="-238115">
              <a:buFont typeface="Arial" panose="020B0604020202020204" pitchFamily="34" charset="0"/>
              <a:buChar char="•"/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Type the supporting points here…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  <a:p>
            <a:pPr lvl="0"/>
            <a:endParaRPr lang="en-US"/>
          </a:p>
          <a:p>
            <a:pPr lvl="0"/>
            <a:r>
              <a:rPr lang="en-US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5078006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4 points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E204436B-B2EF-993B-1CA1-B588EC0B5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028C4D-E6F4-F857-E9E4-E304A8FF9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35AE82F0-6BE2-3F62-82E7-9AEF00C799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404B2D4-C149-52FC-70C7-CFF4A702B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32A05517-E7F4-33C2-5A96-C480B098414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9790" y="1631794"/>
            <a:ext cx="4931383" cy="451342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Type a concise subheading here.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554AF4A7-3844-A6B2-B41B-31616FE58A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9790" y="2345071"/>
            <a:ext cx="4931385" cy="553998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CB7DE-F66F-5469-B7A3-CDA00D1E0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concise headline here. Use headlines to tell a story.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7B02A9F2-C73C-9991-0939-3EA26A18BC3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69790" y="4081799"/>
            <a:ext cx="4931383" cy="451342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Is anything on the slide redundant?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45FBFA8C-105C-3DA3-D043-6CB06CC18B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80536" y="1631794"/>
            <a:ext cx="4931384" cy="451342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Is the info relevant to the audience?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2B0C96-9B38-AEB3-70C5-13C86C8257F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80536" y="4081799"/>
            <a:ext cx="4931383" cy="451342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Key takeaways only.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9A57E45B-9D70-4C39-02DD-763DAB0703F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80536" y="2345071"/>
            <a:ext cx="4931385" cy="553998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1C6BC761-082C-DD7A-9A04-4AA565867B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9790" y="4790191"/>
            <a:ext cx="4931385" cy="553998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62620FF9-9797-1E16-3AE9-98F65B7B7BB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80536" y="4790191"/>
            <a:ext cx="4931385" cy="553998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05811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4 points_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FD79E99-7EFF-D764-0F39-3F8035B894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9242" y="441502"/>
            <a:ext cx="2292810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US"/>
              <a:t>This is point one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1A1C8B4-7B6C-1C50-5013-C41328D6C8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1765363"/>
            <a:ext cx="4762500" cy="451342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3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Type a subheading here if needed…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A28C0F15-887F-72A5-918D-E4B236F1B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813" y="1088567"/>
            <a:ext cx="2293667" cy="784830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EB723CB8-6A31-BE2B-E274-221DA4AF6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62A6CC-157B-AA15-FC4B-9B5DFE429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89965AE0-F294-9AC4-5C0F-A7B8B14C3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330FFA5E-28ED-96BF-E316-883BB6CEE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F86F4FDC-6998-83BE-CEA2-A6BBD95760E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10095" y="438445"/>
            <a:ext cx="2292810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US"/>
              <a:t>This is point two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1374C7B2-9E05-71B6-AD5C-96E94DF76C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9242" y="3651030"/>
            <a:ext cx="2292810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US"/>
              <a:t>This is point three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F070B921-8B32-2887-70B5-FE786FB87DA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10095" y="3647973"/>
            <a:ext cx="2292810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US"/>
              <a:t>This is point four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1D1E67-4DC2-67E1-0B62-3AE0704BB5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08" y="444500"/>
            <a:ext cx="4713793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 to introduce the team.</a:t>
            </a:r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27A6E762-5794-862B-5D13-5D476D50A2E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09667" y="1088567"/>
            <a:ext cx="2293667" cy="784830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CCF6FAFE-C220-AC8C-BF5B-D275D0D2F51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48813" y="4288967"/>
            <a:ext cx="2293667" cy="784830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CAD8AFD3-263B-426D-FE44-31C69BC4F54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409667" y="4288967"/>
            <a:ext cx="2293667" cy="784830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726637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5 points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25086146-93D8-1B62-4B1B-B73DF821A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4F8286-FFAE-07E1-12A1-FEE2CF3D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F54BF992-0AEF-C735-1261-0D8A2B40D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DA892DD4-2CF3-C523-A200-635EC8B5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D1F63464-436A-116B-3889-8D25CEA1E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Five points layout. Take a concise headline here.</a:t>
            </a:r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3DDBF1FC-F0ED-642D-F621-1885A39477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451761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Short subheading goes here.</a:t>
            </a:r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DC91A459-1A2F-ED49-707A-FFD4F4D3197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249" y="3122706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Keep the text on the slide concise.</a:t>
            </a:r>
          </a:p>
        </p:txBody>
      </p:sp>
      <p:sp>
        <p:nvSpPr>
          <p:cNvPr id="45" name="Text Placeholder 18">
            <a:extLst>
              <a:ext uri="{FF2B5EF4-FFF2-40B4-BE49-F238E27FC236}">
                <a16:creationId xmlns:a16="http://schemas.microsoft.com/office/drawing/2014/main" id="{E3CB1785-80A8-4B02-4952-956EA6547E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6249" y="4793650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Is the info relevant to the audience?</a:t>
            </a:r>
          </a:p>
        </p:txBody>
      </p:sp>
      <p:sp>
        <p:nvSpPr>
          <p:cNvPr id="46" name="Text Placeholder 18">
            <a:extLst>
              <a:ext uri="{FF2B5EF4-FFF2-40B4-BE49-F238E27FC236}">
                <a16:creationId xmlns:a16="http://schemas.microsoft.com/office/drawing/2014/main" id="{50151820-1E48-C301-9689-CA09DC0C9F1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36010" y="1451761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Can text be moved to the talk-track?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6F1CCFF8-5F8F-B7F3-1A24-267CDEA53F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36010" y="3122706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Is anything on the slide redundant?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2B09B6A-8A51-7999-0904-684524009DDD}"/>
              </a:ext>
            </a:extLst>
          </p:cNvPr>
          <p:cNvCxnSpPr>
            <a:cxnSpLocks/>
          </p:cNvCxnSpPr>
          <p:nvPr/>
        </p:nvCxnSpPr>
        <p:spPr>
          <a:xfrm>
            <a:off x="491875" y="2779891"/>
            <a:ext cx="4675046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87FBD44-9117-5FC0-4A00-6F92270DDC73}"/>
              </a:ext>
            </a:extLst>
          </p:cNvPr>
          <p:cNvCxnSpPr>
            <a:cxnSpLocks/>
          </p:cNvCxnSpPr>
          <p:nvPr/>
        </p:nvCxnSpPr>
        <p:spPr>
          <a:xfrm>
            <a:off x="491875" y="4443383"/>
            <a:ext cx="4675046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6F9D7F6-5EEA-0EC4-DFFE-89ED0CF3F66A}"/>
              </a:ext>
            </a:extLst>
          </p:cNvPr>
          <p:cNvCxnSpPr>
            <a:cxnSpLocks/>
          </p:cNvCxnSpPr>
          <p:nvPr/>
        </p:nvCxnSpPr>
        <p:spPr>
          <a:xfrm>
            <a:off x="6236010" y="2779891"/>
            <a:ext cx="4675046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22">
            <a:extLst>
              <a:ext uri="{FF2B5EF4-FFF2-40B4-BE49-F238E27FC236}">
                <a16:creationId xmlns:a16="http://schemas.microsoft.com/office/drawing/2014/main" id="{5CFE2200-BA5C-1807-7942-AA9123EA821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6250" y="1930394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54" name="Text Placeholder 22">
            <a:extLst>
              <a:ext uri="{FF2B5EF4-FFF2-40B4-BE49-F238E27FC236}">
                <a16:creationId xmlns:a16="http://schemas.microsoft.com/office/drawing/2014/main" id="{4B2A3F97-B6ED-D24B-942A-3BD2AA864CF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36010" y="1930394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55" name="Text Placeholder 22">
            <a:extLst>
              <a:ext uri="{FF2B5EF4-FFF2-40B4-BE49-F238E27FC236}">
                <a16:creationId xmlns:a16="http://schemas.microsoft.com/office/drawing/2014/main" id="{176D6AB5-C859-008A-84E8-57692440AF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6250" y="3605805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66" name="Text Placeholder 22">
            <a:extLst>
              <a:ext uri="{FF2B5EF4-FFF2-40B4-BE49-F238E27FC236}">
                <a16:creationId xmlns:a16="http://schemas.microsoft.com/office/drawing/2014/main" id="{B8AD66BE-A80C-6FC2-5B26-C512350BAC3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36010" y="3605805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67" name="Text Placeholder 22">
            <a:extLst>
              <a:ext uri="{FF2B5EF4-FFF2-40B4-BE49-F238E27FC236}">
                <a16:creationId xmlns:a16="http://schemas.microsoft.com/office/drawing/2014/main" id="{B4CBF361-D1AD-08E3-E9C7-8AB7801F28C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76250" y="5295388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110123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5 points_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3BBE18-515E-0DE5-ECFC-46C0D39D7E39}"/>
              </a:ext>
            </a:extLst>
          </p:cNvPr>
          <p:cNvCxnSpPr>
            <a:cxnSpLocks/>
          </p:cNvCxnSpPr>
          <p:nvPr/>
        </p:nvCxnSpPr>
        <p:spPr>
          <a:xfrm>
            <a:off x="993927" y="8036949"/>
            <a:ext cx="50292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ooter Placeholder 4">
            <a:extLst>
              <a:ext uri="{FF2B5EF4-FFF2-40B4-BE49-F238E27FC236}">
                <a16:creationId xmlns:a16="http://schemas.microsoft.com/office/drawing/2014/main" id="{8BAF9113-20B7-7D93-9E01-605247E31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FEDE1A-655A-F4CD-CAAA-3BA6B9621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6B10C17-62E1-FD22-34F9-391455DE9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3F0CD4-5D0A-7EF0-8D1D-91638D186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E84E544C-0C5D-0E0D-E64D-7CD40F83B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Five points layout. Take a concise headline here.</a:t>
            </a:r>
          </a:p>
        </p:txBody>
      </p:sp>
      <p:sp>
        <p:nvSpPr>
          <p:cNvPr id="75" name="Text Placeholder 18">
            <a:extLst>
              <a:ext uri="{FF2B5EF4-FFF2-40B4-BE49-F238E27FC236}">
                <a16:creationId xmlns:a16="http://schemas.microsoft.com/office/drawing/2014/main" id="{2E32A73D-B513-74A7-DDD4-7481E3038A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935" y="1601064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Concise subheading here.</a:t>
            </a:r>
            <a:br>
              <a:rPr lang="en-US"/>
            </a:br>
            <a:endParaRPr lang="en-US"/>
          </a:p>
        </p:txBody>
      </p:sp>
      <p:sp>
        <p:nvSpPr>
          <p:cNvPr id="78" name="Text Placeholder 18">
            <a:extLst>
              <a:ext uri="{FF2B5EF4-FFF2-40B4-BE49-F238E27FC236}">
                <a16:creationId xmlns:a16="http://schemas.microsoft.com/office/drawing/2014/main" id="{0794C86D-F709-636B-20D8-0AEFDE67B8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77935" y="2582319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44807BE1-7662-5E07-F8DE-980E220A1D0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554662" y="1601064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Keep each point short </a:t>
            </a:r>
            <a:br>
              <a:rPr lang="en-US"/>
            </a:br>
            <a:r>
              <a:rPr lang="en-US"/>
              <a:t>and sweet.</a:t>
            </a:r>
          </a:p>
        </p:txBody>
      </p:sp>
      <p:sp>
        <p:nvSpPr>
          <p:cNvPr id="85" name="Text Placeholder 18">
            <a:extLst>
              <a:ext uri="{FF2B5EF4-FFF2-40B4-BE49-F238E27FC236}">
                <a16:creationId xmlns:a16="http://schemas.microsoft.com/office/drawing/2014/main" id="{D15308CC-6BB7-4930-2FB2-B92AC1DA724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73724" y="1601064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Is the info relevant to </a:t>
            </a:r>
            <a:br>
              <a:rPr lang="en-US"/>
            </a:br>
            <a:r>
              <a:rPr lang="en-US"/>
              <a:t>the audience?</a:t>
            </a:r>
          </a:p>
        </p:txBody>
      </p:sp>
      <p:sp>
        <p:nvSpPr>
          <p:cNvPr id="90" name="Text Placeholder 18">
            <a:extLst>
              <a:ext uri="{FF2B5EF4-FFF2-40B4-BE49-F238E27FC236}">
                <a16:creationId xmlns:a16="http://schemas.microsoft.com/office/drawing/2014/main" id="{66F406E5-0263-0739-7BAF-5D4EC9FDC59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594600" y="4360097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Can you move any text to the talk-track?</a:t>
            </a:r>
          </a:p>
        </p:txBody>
      </p:sp>
      <p:sp>
        <p:nvSpPr>
          <p:cNvPr id="95" name="Text Placeholder 18">
            <a:extLst>
              <a:ext uri="{FF2B5EF4-FFF2-40B4-BE49-F238E27FC236}">
                <a16:creationId xmlns:a16="http://schemas.microsoft.com/office/drawing/2014/main" id="{BCCE9110-F3E4-4513-B1FE-153C9671313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593718" y="4360097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Are you speaking in the </a:t>
            </a:r>
            <a:br>
              <a:rPr lang="en-US"/>
            </a:br>
            <a:r>
              <a:rPr lang="en-US"/>
              <a:t>Brand Voice?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A5CFC832-D9DD-0F84-8FD1-A871B2DDCD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554662" y="2582319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3167E954-D92B-D7C8-6E14-1FF5A39C4B0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673724" y="2582319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1FAAE910-0142-0D07-3B2B-113D7DC57FF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594600" y="5342991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80E1858C-8A66-4ADE-73E3-9FA12930CED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93718" y="5342991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075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6 points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FD79E99-7EFF-D764-0F39-3F8035B894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451761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Short subheading goes here.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F9C93D00-21F8-2168-53F2-CDAB58FEE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249" y="3122706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Keep the text on the slide concise.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9E06BDE8-6338-285F-D0E0-1F5A97ACAA2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6249" y="4793650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Is the info relevant to the audience?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D650E3F-CB48-10A8-D633-3708F8E5837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36010" y="1451761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Can text be moved to the talk-track?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47A1659C-0E16-BA4E-CA5C-D5E87143B9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36010" y="3122706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Is anything on the slide redundant?</a:t>
            </a: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A5F53837-CAEC-F8E5-EDC1-F465C272D29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36010" y="4793650"/>
            <a:ext cx="4614888" cy="333425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Are you using the Brand voice?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F8B3474-C3F1-AD50-5142-638B88735FD0}"/>
              </a:ext>
            </a:extLst>
          </p:cNvPr>
          <p:cNvCxnSpPr>
            <a:cxnSpLocks/>
          </p:cNvCxnSpPr>
          <p:nvPr/>
        </p:nvCxnSpPr>
        <p:spPr>
          <a:xfrm>
            <a:off x="491875" y="2779891"/>
            <a:ext cx="4675046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2D9E2E3-2591-AC8D-2749-173AEC26C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E937C8-222D-64D5-F845-F6E05688C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0C48DE9C-B84B-1AEA-D507-BE7658C8F6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9F65B384-E7AE-C28E-C314-9D35998BF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E7E002-0812-E3D2-6E0E-B15CE2BAA0F1}"/>
              </a:ext>
            </a:extLst>
          </p:cNvPr>
          <p:cNvCxnSpPr>
            <a:cxnSpLocks/>
          </p:cNvCxnSpPr>
          <p:nvPr/>
        </p:nvCxnSpPr>
        <p:spPr>
          <a:xfrm>
            <a:off x="491875" y="4443383"/>
            <a:ext cx="4675046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6AE8DD-A6D9-6701-34EE-1B5D8A41D4C5}"/>
              </a:ext>
            </a:extLst>
          </p:cNvPr>
          <p:cNvCxnSpPr>
            <a:cxnSpLocks/>
          </p:cNvCxnSpPr>
          <p:nvPr/>
        </p:nvCxnSpPr>
        <p:spPr>
          <a:xfrm>
            <a:off x="6236010" y="2779891"/>
            <a:ext cx="4675046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41D15A-76EA-D5A8-A2DF-16C8C86349C8}"/>
              </a:ext>
            </a:extLst>
          </p:cNvPr>
          <p:cNvCxnSpPr>
            <a:cxnSpLocks/>
          </p:cNvCxnSpPr>
          <p:nvPr/>
        </p:nvCxnSpPr>
        <p:spPr>
          <a:xfrm>
            <a:off x="6236010" y="4443383"/>
            <a:ext cx="4675046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CE544188-351A-2621-B829-6464A0691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Six points layout. Take a concise headline here.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5B66F358-6B12-7D83-5399-7B78E26E48A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6250" y="1930394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97C51E9E-1465-2701-BC87-03E39708A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36010" y="1930394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E2A68E45-771B-213F-F187-CAF043044F6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6250" y="3605805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0911408D-6DFC-9F29-D5DB-6D860698630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36010" y="3605805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B81AA2C9-EBBC-6BE9-AC33-7FED7F8C242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76250" y="5295388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01DB3C3D-520E-3609-2ED6-8C478BFEEB2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236010" y="5295388"/>
            <a:ext cx="4620196" cy="502573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033513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6 points_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3BBE18-515E-0DE5-ECFC-46C0D39D7E39}"/>
              </a:ext>
            </a:extLst>
          </p:cNvPr>
          <p:cNvCxnSpPr>
            <a:cxnSpLocks/>
          </p:cNvCxnSpPr>
          <p:nvPr/>
        </p:nvCxnSpPr>
        <p:spPr>
          <a:xfrm>
            <a:off x="993927" y="8036949"/>
            <a:ext cx="50292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2B491808-1E9C-BE91-F177-BD50DCAB6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FEF7FA-378C-6FDD-5F00-D08504AA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C587D61B-E56F-F0EC-C4E8-0C51F5B4EC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62" name="Footer Placeholder 4">
            <a:extLst>
              <a:ext uri="{FF2B5EF4-FFF2-40B4-BE49-F238E27FC236}">
                <a16:creationId xmlns:a16="http://schemas.microsoft.com/office/drawing/2014/main" id="{31AD249D-11A6-BE88-5517-B6785FD34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B254-41C8-409F-6D7C-EBC9CE02A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Six points layout. Take a concise headline here.</a:t>
            </a:r>
          </a:p>
        </p:txBody>
      </p:sp>
      <p:sp>
        <p:nvSpPr>
          <p:cNvPr id="76" name="Text Placeholder 18">
            <a:extLst>
              <a:ext uri="{FF2B5EF4-FFF2-40B4-BE49-F238E27FC236}">
                <a16:creationId xmlns:a16="http://schemas.microsoft.com/office/drawing/2014/main" id="{A652D9BE-3D6B-59F8-5C3F-13490207C52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2358" y="4353667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Can you move any text to the talk-track?</a:t>
            </a:r>
          </a:p>
        </p:txBody>
      </p:sp>
      <p:sp>
        <p:nvSpPr>
          <p:cNvPr id="81" name="Text Placeholder 18">
            <a:extLst>
              <a:ext uri="{FF2B5EF4-FFF2-40B4-BE49-F238E27FC236}">
                <a16:creationId xmlns:a16="http://schemas.microsoft.com/office/drawing/2014/main" id="{C1A741CB-D4A3-0BA9-E678-0953E5835F7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563198" y="4353667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Are you speaking in the </a:t>
            </a:r>
            <a:br>
              <a:rPr lang="en-US"/>
            </a:br>
            <a:r>
              <a:rPr lang="en-US"/>
              <a:t>Brand Voice?</a:t>
            </a:r>
          </a:p>
        </p:txBody>
      </p:sp>
      <p:sp>
        <p:nvSpPr>
          <p:cNvPr id="86" name="Text Placeholder 18">
            <a:extLst>
              <a:ext uri="{FF2B5EF4-FFF2-40B4-BE49-F238E27FC236}">
                <a16:creationId xmlns:a16="http://schemas.microsoft.com/office/drawing/2014/main" id="{0DD309A1-8291-F96E-DBCC-A9DFDCD93FA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705710" y="4353667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Is anything on the </a:t>
            </a:r>
            <a:br>
              <a:rPr lang="en-US"/>
            </a:br>
            <a:r>
              <a:rPr lang="en-US"/>
              <a:t>slide redundant?</a:t>
            </a: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A367ADA9-01B0-2204-0AD6-09AF038A68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358" y="1601064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Concise subheading here. </a:t>
            </a:r>
            <a:br>
              <a:rPr lang="en-US"/>
            </a:br>
            <a:endParaRPr lang="en-US"/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5DF5B0A4-044B-CD8A-AE4B-7EDD701A731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72358" y="2582322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05FFDB48-55F9-B539-56FC-0766776CBA8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563198" y="1601064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Keep each point short </a:t>
            </a:r>
            <a:br>
              <a:rPr lang="en-US"/>
            </a:br>
            <a:r>
              <a:rPr lang="en-US"/>
              <a:t>and sweet.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2A732925-88EE-2E9F-6DAF-E2EBFBB30A5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705710" y="1601064"/>
            <a:ext cx="3018576" cy="707886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Is the info relevant to </a:t>
            </a:r>
            <a:br>
              <a:rPr lang="en-US"/>
            </a:br>
            <a:r>
              <a:rPr lang="en-US"/>
              <a:t>the audience?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B09DDA86-B8C9-1D45-36E6-353B1627BB6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563198" y="2582322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65A83300-8F15-08DB-6796-B221670AC25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705710" y="2582322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351B5B68-B58E-ADF0-0E59-E5614A68A00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72358" y="5337835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5F1107E2-4971-DFD3-4284-6D0CCBA5B3B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563198" y="5337835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70ABD69-E039-5A3A-BD26-B90FBF3F596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705710" y="5337835"/>
            <a:ext cx="3018576" cy="502573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 marL="457182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2pPr>
            <a:lvl3pPr>
              <a:defRPr sz="1333" b="0">
                <a:solidFill>
                  <a:schemeClr val="tx1"/>
                </a:solidFill>
              </a:defRPr>
            </a:lvl3pPr>
            <a:lvl4pPr>
              <a:defRPr sz="1333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45543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ben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B04BDE2-7674-B8FF-BEB4-310B08FD69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25333" y="1693798"/>
            <a:ext cx="3245115" cy="4656203"/>
          </a:xfrm>
          <a:prstGeom prst="roundRect">
            <a:avLst>
              <a:gd name="adj" fmla="val 753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50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algn="ctr" defTabSz="380985"/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1AD665F-27E0-8269-75F8-8CE805C03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42706F-8287-0365-C4C8-53513E4D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4F94EDCA-A529-7783-0EB1-BE67EEE077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37F33A19-DDCD-AC6E-4CF1-CFB29687F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E8657890-3741-B24A-AC84-5B460A45BE8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93077" y="4442604"/>
            <a:ext cx="3551149" cy="15815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67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Move, stretch, and duplicate the boxes as needed. To change the color, right click &gt; Format Shape &gt; Shape Options &gt;  Solid Fill.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C35ACC3F-CAEB-F3CC-20C2-4FB6E85081F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7227" y="1931915"/>
            <a:ext cx="2285452" cy="923330"/>
          </a:xfrm>
        </p:spPr>
        <p:txBody>
          <a:bodyPr anchor="t">
            <a:spAutoFit/>
          </a:bodyPr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08D19AAC-800A-90D9-ADB2-4492952C05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7227" y="2899640"/>
            <a:ext cx="2285452" cy="78483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6EB5E0AD-D69A-38B3-1BA3-EE5045DBD4D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7227" y="4414382"/>
            <a:ext cx="2285452" cy="923330"/>
          </a:xfrm>
        </p:spPr>
        <p:txBody>
          <a:bodyPr anchor="t">
            <a:spAutoFit/>
          </a:bodyPr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66090505-E1CD-B6A0-D068-CB5126F997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7227" y="5382107"/>
            <a:ext cx="2285452" cy="78483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9E5D8C24-539C-9CC0-692E-0B87EB94052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3076" y="1960138"/>
            <a:ext cx="3551149" cy="12243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67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</a:lstStyle>
          <a:p>
            <a:pPr>
              <a:buNone/>
            </a:pPr>
            <a:r>
              <a:rPr lang="en-US"/>
              <a:t>“Lorem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Aenean.”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0DC8ED00-5967-7EAA-99AB-BFB174B9DE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93076" y="3375724"/>
            <a:ext cx="3551149" cy="256754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333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–Name, title, affiliation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C18DBB1-BB8C-D944-66F5-570BF3A32D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1"/>
            <a:ext cx="11239501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Bento layout. Add content to the boxes.</a:t>
            </a:r>
          </a:p>
        </p:txBody>
      </p:sp>
    </p:spTree>
    <p:extLst>
      <p:ext uri="{BB962C8B-B14F-4D97-AF65-F5344CB8AC3E}">
        <p14:creationId xmlns:p14="http://schemas.microsoft.com/office/powerpoint/2010/main" val="339564974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bento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8B1490-87B7-F659-2DB5-CD1479746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B8288-D0D3-5E01-EBB8-98AE012E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0EC8580-5075-E779-16A2-96FB94428B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1502BE-A6F4-F63D-EA87-00855290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Picture Placeholder 36">
            <a:extLst>
              <a:ext uri="{FF2B5EF4-FFF2-40B4-BE49-F238E27FC236}">
                <a16:creationId xmlns:a16="http://schemas.microsoft.com/office/drawing/2014/main" id="{AE6895E4-9444-3C77-23F8-1633CED0526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15710" y="610390"/>
            <a:ext cx="2630594" cy="2052505"/>
          </a:xfrm>
          <a:prstGeom prst="roundRect">
            <a:avLst>
              <a:gd name="adj" fmla="val 10509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667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11" name="Text Placeholder 34">
            <a:extLst>
              <a:ext uri="{FF2B5EF4-FFF2-40B4-BE49-F238E27FC236}">
                <a16:creationId xmlns:a16="http://schemas.microsoft.com/office/drawing/2014/main" id="{3BD841F8-94D5-03B8-308E-6F2569A7EA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3993" y="3219905"/>
            <a:ext cx="2534029" cy="747512"/>
          </a:xfrm>
        </p:spPr>
        <p:txBody>
          <a:bodyPr>
            <a:spAutoFit/>
          </a:bodyPr>
          <a:lstStyle>
            <a:lvl1pPr marL="0" indent="0">
              <a:buNone/>
              <a:defRPr sz="2333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Subheading goes here if necessary</a:t>
            </a:r>
          </a:p>
        </p:txBody>
      </p:sp>
      <p:sp>
        <p:nvSpPr>
          <p:cNvPr id="12" name="Text Placeholder 34">
            <a:extLst>
              <a:ext uri="{FF2B5EF4-FFF2-40B4-BE49-F238E27FC236}">
                <a16:creationId xmlns:a16="http://schemas.microsoft.com/office/drawing/2014/main" id="{580C74CF-D447-B19C-2D3B-DB9AD3B2DB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4735" y="2908678"/>
            <a:ext cx="2532543" cy="234680"/>
          </a:xfrm>
        </p:spPr>
        <p:txBody>
          <a:bodyPr>
            <a:spAutoFit/>
          </a:bodyPr>
          <a:lstStyle>
            <a:lvl1pPr marL="0" indent="0">
              <a:buNone/>
              <a:defRPr sz="1000" b="1" i="0" spc="250">
                <a:solidFill>
                  <a:schemeClr val="accent3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57ED49D-A163-9DCE-0B7E-CC3FDFF619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661" y="682667"/>
            <a:ext cx="2861094" cy="1344801"/>
          </a:xfrm>
        </p:spPr>
        <p:txBody>
          <a:bodyPr wrap="square" anchor="t">
            <a:noAutofit/>
          </a:bodyPr>
          <a:lstStyle>
            <a:lvl1pPr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Bento layout. Add content to the boxes.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D1B79BFB-1C29-7685-F8B5-F41DCB39D3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19930" y="3890198"/>
            <a:ext cx="3066939" cy="923330"/>
          </a:xfrm>
        </p:spPr>
        <p:txBody>
          <a:bodyPr anchor="t">
            <a:spAutoFit/>
          </a:bodyPr>
          <a:lstStyle>
            <a:lvl1pPr marL="0" indent="0">
              <a:buNone/>
              <a:defRPr sz="6000" b="0" i="0">
                <a:solidFill>
                  <a:schemeClr val="accent3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C06D2A29-99A1-61EB-D14B-5F72B9ACDD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19930" y="4946932"/>
            <a:ext cx="3066939" cy="9472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6DF019C-95BB-FC97-FACA-FD78D599EC8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19929" y="807866"/>
            <a:ext cx="3066939" cy="14509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“Lorem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ligula.”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068DFE85-BB59-C5FF-F1D1-04CAD70CAD6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19928" y="2515159"/>
            <a:ext cx="3066939" cy="393519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333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–Name, title, affiliation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CDCF611-769B-26D3-E4F0-5B1DDC86153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5660" y="4416779"/>
            <a:ext cx="2861094" cy="147745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Move, stretch, and duplicate the boxes as needed. To change the color, right click &gt; Format Shape &gt; Shape Options &gt; Solid Fill.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8AC790D7-1FFA-A49F-E9C1-7E4316198B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5661" y="3085636"/>
            <a:ext cx="2850172" cy="1200329"/>
          </a:xfrm>
        </p:spPr>
        <p:txBody>
          <a:bodyPr anchor="t">
            <a:spAutoFit/>
          </a:bodyPr>
          <a:lstStyle>
            <a:lvl1pPr marL="0" indent="0">
              <a:buNone/>
              <a:defRPr sz="8000" b="0" i="0">
                <a:solidFill>
                  <a:schemeClr val="accent3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142075-327B-0F29-47C9-62595655353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63823" y="4270576"/>
            <a:ext cx="2533385" cy="1634422"/>
          </a:xfrm>
        </p:spPr>
        <p:txBody>
          <a:bodyPr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  <a:lvl2pPr>
              <a:defRPr sz="1500" b="0">
                <a:solidFill>
                  <a:schemeClr val="bg1"/>
                </a:solidFill>
              </a:defRPr>
            </a:lvl2pPr>
            <a:lvl3pPr>
              <a:defRPr sz="1500" b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  <a:p>
            <a:pPr lvl="0"/>
            <a:r>
              <a:rPr lang="en-US"/>
              <a:t>Keep text concise</a:t>
            </a:r>
          </a:p>
          <a:p>
            <a:pPr lvl="0"/>
            <a:r>
              <a:rPr lang="en-US"/>
              <a:t>Avoid long paragraphs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8600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bento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group of cell phones&#10;&#10;Description automatically generated">
            <a:extLst>
              <a:ext uri="{FF2B5EF4-FFF2-40B4-BE49-F238E27FC236}">
                <a16:creationId xmlns:a16="http://schemas.microsoft.com/office/drawing/2014/main" id="{5453F99B-5614-9DB3-36A5-B11FEB97EA5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5006" y="-374289"/>
            <a:ext cx="3912343" cy="760657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8B1490-87B7-F659-2DB5-CD1479746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B8288-D0D3-5E01-EBB8-98AE012E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0EC8580-5075-E779-16A2-96FB94428B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1502BE-A6F4-F63D-EA87-00855290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FDA6BAF-8DDE-E39B-E237-9DF91EAD39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661" y="682667"/>
            <a:ext cx="2861094" cy="1344801"/>
          </a:xfrm>
        </p:spPr>
        <p:txBody>
          <a:bodyPr wrap="square" anchor="t">
            <a:noAutofit/>
          </a:bodyPr>
          <a:lstStyle>
            <a:lvl1pPr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Bento layout. Add content to the boxes.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6C38650-C173-254D-379B-52A507E1EA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19929" y="807866"/>
            <a:ext cx="3066939" cy="14509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“Lorem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ligula.”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C3251-5F51-F6BD-4BD9-7E1D2C03A9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19928" y="2515159"/>
            <a:ext cx="3066939" cy="393519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333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–Name, title, affiliation</a:t>
            </a:r>
          </a:p>
        </p:txBody>
      </p:sp>
      <p:sp>
        <p:nvSpPr>
          <p:cNvPr id="33" name="Picture Placeholder 40">
            <a:extLst>
              <a:ext uri="{FF2B5EF4-FFF2-40B4-BE49-F238E27FC236}">
                <a16:creationId xmlns:a16="http://schemas.microsoft.com/office/drawing/2014/main" id="{63F01AA8-8470-BA0A-95F3-888E4165F7F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 rot="10800000" flipV="1">
            <a:off x="4761975" y="569900"/>
            <a:ext cx="2670180" cy="5692191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  <a:p>
            <a:endParaRPr lang="en-US"/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8B04DAE6-109A-E5EA-B68C-24FBA75E060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5660" y="4416778"/>
            <a:ext cx="2861094" cy="1664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Move, stretch, and duplicate the boxes as needed. To change the color, right click &gt; Format Shape &gt; Shape Options &gt; Solid Fill.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5114622-F6FA-A0DC-D471-4B45DE3D22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5661" y="3085636"/>
            <a:ext cx="2850172" cy="1200329"/>
          </a:xfrm>
        </p:spPr>
        <p:txBody>
          <a:bodyPr anchor="t">
            <a:spAutoFit/>
          </a:bodyPr>
          <a:lstStyle>
            <a:lvl1pPr marL="0" indent="0">
              <a:buNone/>
              <a:defRPr sz="8000" b="0" i="0">
                <a:solidFill>
                  <a:schemeClr val="accent3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C3FD10C4-DF4A-93A7-E1E2-EA2F96F4F6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19930" y="3890198"/>
            <a:ext cx="3066939" cy="923330"/>
          </a:xfrm>
        </p:spPr>
        <p:txBody>
          <a:bodyPr anchor="t">
            <a:spAutoFit/>
          </a:bodyPr>
          <a:lstStyle>
            <a:lvl1pPr marL="0" indent="0">
              <a:buNone/>
              <a:defRPr sz="6000" b="0" i="0">
                <a:solidFill>
                  <a:schemeClr val="accent3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D352BBF5-AB20-D1FA-2DDF-EF9383C4BC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19930" y="4946932"/>
            <a:ext cx="3066939" cy="110320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7998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bento 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8B1490-87B7-F659-2DB5-CD1479746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B8288-D0D3-5E01-EBB8-98AE012E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0EC8580-5075-E779-16A2-96FB94428B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1502BE-A6F4-F63D-EA87-00855290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Picture Placeholder 36">
            <a:extLst>
              <a:ext uri="{FF2B5EF4-FFF2-40B4-BE49-F238E27FC236}">
                <a16:creationId xmlns:a16="http://schemas.microsoft.com/office/drawing/2014/main" id="{AE6895E4-9444-3C77-23F8-1633CED0526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44264" y="654864"/>
            <a:ext cx="4086506" cy="2506870"/>
          </a:xfrm>
          <a:prstGeom prst="roundRect">
            <a:avLst>
              <a:gd name="adj" fmla="val 10509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667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image</a:t>
            </a:r>
          </a:p>
        </p:txBody>
      </p:sp>
      <p:sp>
        <p:nvSpPr>
          <p:cNvPr id="11" name="Text Placeholder 34">
            <a:extLst>
              <a:ext uri="{FF2B5EF4-FFF2-40B4-BE49-F238E27FC236}">
                <a16:creationId xmlns:a16="http://schemas.microsoft.com/office/drawing/2014/main" id="{3BD841F8-94D5-03B8-308E-6F2569A7EA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44264" y="3819904"/>
            <a:ext cx="4086506" cy="747512"/>
          </a:xfrm>
        </p:spPr>
        <p:txBody>
          <a:bodyPr>
            <a:spAutoFit/>
          </a:bodyPr>
          <a:lstStyle>
            <a:lvl1pPr marL="0" indent="0">
              <a:buNone/>
              <a:defRPr sz="2333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Subheading goes here if necessary</a:t>
            </a:r>
          </a:p>
        </p:txBody>
      </p:sp>
      <p:sp>
        <p:nvSpPr>
          <p:cNvPr id="12" name="Text Placeholder 34">
            <a:extLst>
              <a:ext uri="{FF2B5EF4-FFF2-40B4-BE49-F238E27FC236}">
                <a16:creationId xmlns:a16="http://schemas.microsoft.com/office/drawing/2014/main" id="{580C74CF-D447-B19C-2D3B-DB9AD3B2DB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44264" y="3508677"/>
            <a:ext cx="4086506" cy="234680"/>
          </a:xfrm>
        </p:spPr>
        <p:txBody>
          <a:bodyPr wrap="square">
            <a:spAutoFit/>
          </a:bodyPr>
          <a:lstStyle>
            <a:lvl1pPr marL="0" indent="0">
              <a:buNone/>
              <a:defRPr sz="1000" b="1" i="0" spc="250">
                <a:solidFill>
                  <a:schemeClr val="accent3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ALL CAPS EYEBROW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D75440-05BF-D8B3-C449-C94A565FD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599" y="654866"/>
            <a:ext cx="5512078" cy="1028618"/>
          </a:xfrm>
        </p:spPr>
        <p:txBody>
          <a:bodyPr wrap="square" anchor="t">
            <a:noAutofit/>
          </a:bodyPr>
          <a:lstStyle>
            <a:lvl1pPr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Bento layout. Add content to the rounded boxes.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44F5F18-D327-6934-D7E0-C5150A26E7B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3666" y="3925019"/>
            <a:ext cx="2193693" cy="1074123"/>
          </a:xfrm>
        </p:spPr>
        <p:txBody>
          <a:bodyPr anchor="ctr">
            <a:normAutofit/>
          </a:bodyPr>
          <a:lstStyle>
            <a:lvl1pPr marL="0" indent="0">
              <a:buNone/>
              <a:defRPr sz="6000" b="0" i="0">
                <a:solidFill>
                  <a:schemeClr val="accent3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E85E82B-C67B-E908-AF96-DAE31DB450B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49529" y="3925019"/>
            <a:ext cx="2193693" cy="1074123"/>
          </a:xfrm>
        </p:spPr>
        <p:txBody>
          <a:bodyPr anchor="ctr">
            <a:normAutofit/>
          </a:bodyPr>
          <a:lstStyle>
            <a:lvl1pPr marL="0" indent="0">
              <a:buNone/>
              <a:defRPr sz="6000" b="0" i="0">
                <a:solidFill>
                  <a:schemeClr val="accent3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5A11A89-7EDB-6FF7-BB2F-29FA6956BE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2024" y="5171089"/>
            <a:ext cx="2197364" cy="91583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05B67DBF-31A1-F435-9AC3-041A7E39D6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49529" y="5171089"/>
            <a:ext cx="2197364" cy="91583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07EBF8D2-1F73-3307-3707-20C19FB2C6E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1230" y="1970319"/>
            <a:ext cx="5481992" cy="8484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Move, stretch, and duplicate the boxes as needed. To change the color, right click &gt; Format Shape &gt; Shape Options &gt;  Solid Fill.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6FC8BE3-F271-3581-AFCC-B82708BBA7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44264" y="4788489"/>
            <a:ext cx="4115713" cy="1313821"/>
          </a:xfrm>
        </p:spPr>
        <p:txBody>
          <a:bodyPr wrap="square">
            <a:spAutoFit/>
          </a:bodyPr>
          <a:lstStyle>
            <a:lvl1pPr marL="238115" indent="-238115">
              <a:buFont typeface="Arial" panose="020B0604020202020204" pitchFamily="34" charset="0"/>
              <a:buChar char="•"/>
              <a:defRPr sz="1500" b="0">
                <a:solidFill>
                  <a:schemeClr val="bg1"/>
                </a:solidFill>
              </a:defRPr>
            </a:lvl1pPr>
            <a:lvl2pPr>
              <a:defRPr sz="1500" b="0">
                <a:solidFill>
                  <a:schemeClr val="bg1"/>
                </a:solidFill>
              </a:defRPr>
            </a:lvl2pPr>
            <a:lvl3pPr>
              <a:defRPr sz="1500" b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  <a:p>
            <a:pPr lvl="0"/>
            <a:r>
              <a:rPr lang="en-US"/>
              <a:t>Keep text concise</a:t>
            </a:r>
          </a:p>
          <a:p>
            <a:pPr lvl="0"/>
            <a:r>
              <a:rPr lang="en-US"/>
              <a:t>Avoid long paragraphs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5343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single stat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3E45E98-F35F-D4CF-08E0-DA3D9ED926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2037465"/>
            <a:ext cx="5246761" cy="1992853"/>
          </a:xfrm>
        </p:spPr>
        <p:txBody>
          <a:bodyPr wrap="square">
            <a:spAutoFit/>
          </a:bodyPr>
          <a:lstStyle>
            <a:lvl1pPr marL="0" indent="0">
              <a:buNone/>
              <a:defRPr sz="13833" b="0" i="0">
                <a:solidFill>
                  <a:schemeClr val="accent3"/>
                </a:solidFill>
                <a:latin typeface="PT Serif" panose="020A0603040505020204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5C0443F9-9BC7-4A8A-F5DE-78C465F3F4F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88041" y="444500"/>
            <a:ext cx="6266388" cy="5905500"/>
          </a:xfrm>
          <a:prstGeom prst="roundRect">
            <a:avLst>
              <a:gd name="adj" fmla="val 5977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C2C8792C-D640-4758-2416-E59CA7A379F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199" y="4086763"/>
            <a:ext cx="5246761" cy="553998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AB527FA-853C-4175-1A5C-BE1CCF368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A0954-9CDC-0A1B-5964-27F651509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BDCF375-4572-DFC5-A35A-7122CE1D7A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C8C42EA-1FB9-E2F0-0DAF-3169BE3AD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28415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quote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3CCD585-7713-F7E5-E4E4-6F51E3FDA5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3686" y="2684021"/>
            <a:ext cx="9124629" cy="1489960"/>
          </a:xfrm>
        </p:spPr>
        <p:txBody>
          <a:bodyPr anchor="ctr">
            <a:spAutoFit/>
          </a:bodyPr>
          <a:lstStyle>
            <a:lvl1pPr marL="0" indent="0" algn="ctr">
              <a:buNone/>
              <a:defRPr sz="3333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“Lorem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 Cum sociis </a:t>
            </a:r>
            <a:r>
              <a:rPr lang="en-US" err="1"/>
              <a:t>natoque</a:t>
            </a:r>
            <a:r>
              <a:rPr lang="en-US"/>
              <a:t>.”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E8571E3-1A7C-EE33-F95D-95D432989FF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88437" y="818129"/>
            <a:ext cx="1215128" cy="1215128"/>
          </a:xfrm>
          <a:prstGeom prst="ellipse">
            <a:avLst/>
          </a:prstGeom>
          <a:solidFill>
            <a:schemeClr val="bg1">
              <a:lumMod val="85000"/>
            </a:schemeClr>
          </a:solidFill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76A6E6A-FB4D-7EE6-1344-E7CFB65FC3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3686" y="4745757"/>
            <a:ext cx="9124629" cy="43601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C23A8E1-244A-9704-86D7-2C5ABB3330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33686" y="5242976"/>
            <a:ext cx="9124629" cy="33342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Title, company/organization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5E59068-5780-9C76-62AD-5C7BF3B05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CC032-3350-6EDF-1BA6-3475E4B51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6D55B15-70BB-AE40-E826-171C76701C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068C2-07F6-03D7-835A-2D07E61D4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43076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quote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9ECA18-244D-84DD-9399-5D7C1C91DCA9}"/>
              </a:ext>
            </a:extLst>
          </p:cNvPr>
          <p:cNvSpPr/>
          <p:nvPr/>
        </p:nvSpPr>
        <p:spPr>
          <a:xfrm>
            <a:off x="1143000" y="1026368"/>
            <a:ext cx="9906000" cy="4805265"/>
          </a:xfrm>
          <a:prstGeom prst="roundRect">
            <a:avLst>
              <a:gd name="adj" fmla="val 11489"/>
            </a:avLst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A0701-9D0D-59A0-6A41-C6CC6128ED84}"/>
              </a:ext>
            </a:extLst>
          </p:cNvPr>
          <p:cNvSpPr/>
          <p:nvPr/>
        </p:nvSpPr>
        <p:spPr>
          <a:xfrm>
            <a:off x="1943879" y="444500"/>
            <a:ext cx="1399592" cy="11883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3CCD585-7713-F7E5-E4E4-6F51E3FDA5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641" y="1594521"/>
            <a:ext cx="9148718" cy="2304662"/>
          </a:xfrm>
        </p:spPr>
        <p:txBody>
          <a:bodyPr anchor="ctr">
            <a:noAutofit/>
          </a:bodyPr>
          <a:lstStyle>
            <a:lvl1pPr marL="0" indent="0">
              <a:buNone/>
              <a:defRPr sz="4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76A6E6A-FB4D-7EE6-1344-E7CFB65FC3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23594" y="4467334"/>
            <a:ext cx="7728855" cy="45134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1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C23A8E1-244A-9704-86D7-2C5ABB3330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23593" y="4940465"/>
            <a:ext cx="7728855" cy="34887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Title, company/organization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11ED15B-EC57-06BD-98F9-0EA85E6222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02526" y="4334637"/>
            <a:ext cx="1061540" cy="106154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9D276-822D-5676-DC35-1AFFE5599B0A}"/>
              </a:ext>
            </a:extLst>
          </p:cNvPr>
          <p:cNvSpPr txBox="1"/>
          <p:nvPr/>
        </p:nvSpPr>
        <p:spPr>
          <a:xfrm>
            <a:off x="1869344" y="224160"/>
            <a:ext cx="1638590" cy="3772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16" b="0" i="0">
                <a:solidFill>
                  <a:schemeClr val="accent3"/>
                </a:solidFill>
                <a:latin typeface="PT Serif" panose="020A0603040505020204" pitchFamily="18" charset="77"/>
              </a:rPr>
              <a:t>“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D37D7-BE35-F8FF-B2A0-513E268A8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F82D1A-E611-DD4F-2DA8-00D0B63B2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53A6FE4-F92A-0A34-961A-CAED1C63D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0000F0D-399F-C70D-EFE7-FFA949005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26727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2 mobile scree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group of cell phones&#10;&#10;Description automatically generated">
            <a:extLst>
              <a:ext uri="{FF2B5EF4-FFF2-40B4-BE49-F238E27FC236}">
                <a16:creationId xmlns:a16="http://schemas.microsoft.com/office/drawing/2014/main" id="{EDCF6A39-34D6-02D9-BE68-7D35093D3D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4046" y="-2022200"/>
            <a:ext cx="4468695" cy="8688263"/>
          </a:xfrm>
          <a:prstGeom prst="rect">
            <a:avLst/>
          </a:prstGeom>
        </p:spPr>
      </p:pic>
      <p:pic>
        <p:nvPicPr>
          <p:cNvPr id="11" name="Picture 10" descr="A group of cell phones&#10;&#10;Description automatically generated">
            <a:extLst>
              <a:ext uri="{FF2B5EF4-FFF2-40B4-BE49-F238E27FC236}">
                <a16:creationId xmlns:a16="http://schemas.microsoft.com/office/drawing/2014/main" id="{A2EADCEF-E0C6-4908-B2BF-D5A5DFFC2BA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8545" y="-478117"/>
            <a:ext cx="4468695" cy="8688263"/>
          </a:xfrm>
          <a:prstGeom prst="rect">
            <a:avLst/>
          </a:prstGeom>
        </p:spPr>
      </p:pic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AE22355-3725-F273-B02E-B249E16F1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859782" y="583911"/>
            <a:ext cx="3054348" cy="6511147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83486B-E376-94FB-204F-DF94E5946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1" y="9293718"/>
            <a:ext cx="1479174" cy="302565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2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2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2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2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6973F-9E0E-4641-FB7C-11E2A41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1" y="9291477"/>
            <a:ext cx="557090" cy="3025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2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2"/>
              </a:solidFill>
              <a:latin typeface="Source Sans 3" panose="020B0303030403020204" pitchFamily="34" charset="0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06A920BE-4B46-BE45-23ED-4DF1F1C4674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534361" y="-949645"/>
            <a:ext cx="3054348" cy="6511147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935F69D3-7E42-87C2-76A0-2CCB5485A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0E6D8-FF21-16DC-B113-D758DF09F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4F2EB586-CC93-2872-9026-FFFEAE6003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A8B33CA9-9740-952F-F8A9-E2CD076B5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4BF97-1250-822D-C486-26D43BBED9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462" y="3199300"/>
            <a:ext cx="3733800" cy="1477328"/>
          </a:xfrm>
        </p:spPr>
        <p:txBody>
          <a:bodyPr wrap="square" anchor="b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05A1F322-748B-C344-141B-58E539C496D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2987" y="4853597"/>
            <a:ext cx="3714750" cy="451342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333" b="0">
                <a:solidFill>
                  <a:schemeClr val="tx1"/>
                </a:solidFill>
              </a:defRPr>
            </a:lvl1pPr>
            <a:lvl2pPr>
              <a:defRPr sz="2333" b="0">
                <a:solidFill>
                  <a:schemeClr val="tx1"/>
                </a:solidFill>
              </a:defRPr>
            </a:lvl2pPr>
            <a:lvl3pPr>
              <a:defRPr sz="2333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Type short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311150537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2 mobile screens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group of cell phones&#10;&#10;Description automatically generated">
            <a:extLst>
              <a:ext uri="{FF2B5EF4-FFF2-40B4-BE49-F238E27FC236}">
                <a16:creationId xmlns:a16="http://schemas.microsoft.com/office/drawing/2014/main" id="{6CAD8B31-85CD-D84B-50C5-647EB62B3F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83536" y="275164"/>
            <a:ext cx="3381466" cy="6574418"/>
          </a:xfrm>
          <a:prstGeom prst="rect">
            <a:avLst/>
          </a:prstGeom>
        </p:spPr>
      </p:pic>
      <p:pic>
        <p:nvPicPr>
          <p:cNvPr id="18" name="Picture 17" descr="A group of cell phones&#10;&#10;Description automatically generated">
            <a:extLst>
              <a:ext uri="{FF2B5EF4-FFF2-40B4-BE49-F238E27FC236}">
                <a16:creationId xmlns:a16="http://schemas.microsoft.com/office/drawing/2014/main" id="{3486896B-68BA-E6AD-6F32-2CF6E2E8B5B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59045" y="275164"/>
            <a:ext cx="3381466" cy="6574418"/>
          </a:xfrm>
          <a:prstGeom prst="rect">
            <a:avLst/>
          </a:prstGeom>
        </p:spPr>
      </p:pic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B94678C6-AE21-10FC-5620-1EF00B4F02B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69601" y="1099236"/>
            <a:ext cx="2236553" cy="4905963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1B96C0C8-F5D8-B5A8-AC7F-5AA7971A876E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92043" y="1099236"/>
            <a:ext cx="2236553" cy="4905963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21DCFA40-7478-128F-A2EA-24057F61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0B8630-C9F0-D3C3-1864-F0057551D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A157374-01BB-1A6F-7A10-07A83E271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0A346450-5BD7-023A-5191-85ADD29A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 Placeholder 50">
            <a:extLst>
              <a:ext uri="{FF2B5EF4-FFF2-40B4-BE49-F238E27FC236}">
                <a16:creationId xmlns:a16="http://schemas.microsoft.com/office/drawing/2014/main" id="{919DB530-8021-FB72-A88D-715DDB0B27F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6249" y="2020241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4" name="Text Placeholder 50">
            <a:extLst>
              <a:ext uri="{FF2B5EF4-FFF2-40B4-BE49-F238E27FC236}">
                <a16:creationId xmlns:a16="http://schemas.microsoft.com/office/drawing/2014/main" id="{7B1ADF20-4EFC-1628-0B48-767B87875CD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249" y="3471706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5" name="Text Placeholder 50">
            <a:extLst>
              <a:ext uri="{FF2B5EF4-FFF2-40B4-BE49-F238E27FC236}">
                <a16:creationId xmlns:a16="http://schemas.microsoft.com/office/drawing/2014/main" id="{B6898E85-C6A0-97F0-2552-7C85A323C2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6249" y="4907459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6" name="Text Placeholder 50">
            <a:extLst>
              <a:ext uri="{FF2B5EF4-FFF2-40B4-BE49-F238E27FC236}">
                <a16:creationId xmlns:a16="http://schemas.microsoft.com/office/drawing/2014/main" id="{B9612463-F392-F713-514D-0CBD53C997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49" y="2450232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9B4AEE8-16FA-1004-252B-7133A7114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360" y="444501"/>
            <a:ext cx="5105843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</a:t>
            </a:r>
            <a:br>
              <a:rPr lang="en-US"/>
            </a:br>
            <a:r>
              <a:rPr lang="en-US"/>
              <a:t>Keep it clear and concise. </a:t>
            </a:r>
          </a:p>
        </p:txBody>
      </p:sp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331066A5-BDD3-B84A-8341-0E9ECBA0B15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6249" y="3905166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221AA569-555A-ED65-813B-753D7CA92D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6249" y="5316733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</p:spTree>
    <p:extLst>
      <p:ext uri="{BB962C8B-B14F-4D97-AF65-F5344CB8AC3E}">
        <p14:creationId xmlns:p14="http://schemas.microsoft.com/office/powerpoint/2010/main" val="370860301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2 mobile screens_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group of cell phones&#10;&#10;Description automatically generated">
            <a:extLst>
              <a:ext uri="{FF2B5EF4-FFF2-40B4-BE49-F238E27FC236}">
                <a16:creationId xmlns:a16="http://schemas.microsoft.com/office/drawing/2014/main" id="{6CAD8B31-85CD-D84B-50C5-647EB62B3F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22513" y="507533"/>
            <a:ext cx="3381466" cy="6574418"/>
          </a:xfrm>
          <a:prstGeom prst="rect">
            <a:avLst/>
          </a:prstGeom>
        </p:spPr>
      </p:pic>
      <p:pic>
        <p:nvPicPr>
          <p:cNvPr id="18" name="Picture 17" descr="A group of cell phones&#10;&#10;Description automatically generated">
            <a:extLst>
              <a:ext uri="{FF2B5EF4-FFF2-40B4-BE49-F238E27FC236}">
                <a16:creationId xmlns:a16="http://schemas.microsoft.com/office/drawing/2014/main" id="{3486896B-68BA-E6AD-6F32-2CF6E2E8B5B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78" y="507533"/>
            <a:ext cx="3381466" cy="6574418"/>
          </a:xfrm>
          <a:prstGeom prst="rect">
            <a:avLst/>
          </a:prstGeom>
        </p:spPr>
      </p:pic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B94678C6-AE21-10FC-5620-1EF00B4F02B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4181" y="1331604"/>
            <a:ext cx="2236553" cy="4905963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1B96C0C8-F5D8-B5A8-AC7F-5AA7971A876E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431019" y="1331604"/>
            <a:ext cx="2236553" cy="4905963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21DCFA40-7478-128F-A2EA-24057F61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0B8630-C9F0-D3C3-1864-F0057551D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A157374-01BB-1A6F-7A10-07A83E271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0A346450-5BD7-023A-5191-85ADD29A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491BA146-E63B-47B1-AB56-E6B4DD2F29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9908" y="1338767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AEC250AF-4099-3F3B-CB84-94336BD540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09908" y="2790231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2A37418A-F57B-ECCE-9294-A2207AF6E6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09908" y="4225985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6240C829-5949-BE87-24A4-2558AEED04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609908" y="1768758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D7A4AF80-95B7-9831-2154-6B9A05EC2A4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09908" y="3223692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2F357468-854A-BD26-88C9-54DB73258F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908" y="4635259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87C1CE-1DF5-16BB-8728-30535E968D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319041237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2 mobile screens_no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21DCFA40-7478-128F-A2EA-24057F61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0B8630-C9F0-D3C3-1864-F0057551D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A157374-01BB-1A6F-7A10-07A83E271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0A346450-5BD7-023A-5191-85ADD29A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53F35EC-E36C-AD97-DFB0-A78C6822DBE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21330" y="1342053"/>
            <a:ext cx="2237053" cy="4905375"/>
          </a:xfrm>
          <a:prstGeom prst="roundRect">
            <a:avLst>
              <a:gd name="adj" fmla="val 12003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C19077FE-28FE-08ED-502B-41045C11657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202441" y="1342053"/>
            <a:ext cx="2237053" cy="4905375"/>
          </a:xfrm>
          <a:prstGeom prst="roundRect">
            <a:avLst>
              <a:gd name="adj" fmla="val 12003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9A47B6DC-6851-63C5-4833-98F0AF9E7A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9908" y="1338767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86755623-51DA-A246-3D03-AAB528737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09908" y="2790231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CC72A1CE-B16E-744F-DC72-0152B18A2E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09908" y="4225985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72ABA8D1-3E2F-C563-9453-99100DF045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609908" y="1768758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6" name="Text Placeholder 50">
            <a:extLst>
              <a:ext uri="{FF2B5EF4-FFF2-40B4-BE49-F238E27FC236}">
                <a16:creationId xmlns:a16="http://schemas.microsoft.com/office/drawing/2014/main" id="{BA4B8F41-1852-DFAA-8990-46EBC924D82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609908" y="3223692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95538660-8BBD-7885-C8A1-6BD9A3DA657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908" y="4635259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87F986C-0C6B-B348-A6A3-C4D28F8E8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103145005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1 mobile screen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cell phones&#10;&#10;Description automatically generated">
            <a:extLst>
              <a:ext uri="{FF2B5EF4-FFF2-40B4-BE49-F238E27FC236}">
                <a16:creationId xmlns:a16="http://schemas.microsoft.com/office/drawing/2014/main" id="{3486896B-68BA-E6AD-6F32-2CF6E2E8B5B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67576" y="-601939"/>
            <a:ext cx="5074455" cy="9866012"/>
          </a:xfrm>
          <a:prstGeom prst="rect">
            <a:avLst/>
          </a:prstGeom>
        </p:spPr>
      </p:pic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B94678C6-AE21-10FC-5620-1EF00B4F02B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428742" y="639968"/>
            <a:ext cx="3467468" cy="7382199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023C275-2FDC-D7DE-3902-3121738DC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4D0875-B087-3FC7-3718-42F1810B0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A898FE3-EA63-F5D9-087B-CCA505AE48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A5150CB-5DD0-A6D6-EA76-53302F688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5789165C-5671-585A-0FEE-B403F89505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6249" y="2020241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4" name="Text Placeholder 50">
            <a:extLst>
              <a:ext uri="{FF2B5EF4-FFF2-40B4-BE49-F238E27FC236}">
                <a16:creationId xmlns:a16="http://schemas.microsoft.com/office/drawing/2014/main" id="{48EF89D2-FB1F-C21F-0359-E4122C43BC3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249" y="3471706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5" name="Text Placeholder 50">
            <a:extLst>
              <a:ext uri="{FF2B5EF4-FFF2-40B4-BE49-F238E27FC236}">
                <a16:creationId xmlns:a16="http://schemas.microsoft.com/office/drawing/2014/main" id="{2808223E-4486-5E59-75E6-D1C36A1AC7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6249" y="4907459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6" name="Text Placeholder 50">
            <a:extLst>
              <a:ext uri="{FF2B5EF4-FFF2-40B4-BE49-F238E27FC236}">
                <a16:creationId xmlns:a16="http://schemas.microsoft.com/office/drawing/2014/main" id="{30CBF046-F4B0-84F7-C3A8-08EDBA3A221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49" y="2450232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7" name="Text Placeholder 50">
            <a:extLst>
              <a:ext uri="{FF2B5EF4-FFF2-40B4-BE49-F238E27FC236}">
                <a16:creationId xmlns:a16="http://schemas.microsoft.com/office/drawing/2014/main" id="{D215A52E-A50D-3C09-183A-5D804A40F8F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6249" y="3905166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8" name="Text Placeholder 50">
            <a:extLst>
              <a:ext uri="{FF2B5EF4-FFF2-40B4-BE49-F238E27FC236}">
                <a16:creationId xmlns:a16="http://schemas.microsoft.com/office/drawing/2014/main" id="{CA3EA058-069D-074A-50D8-31E38F9799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6249" y="5316733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3FA82E-4D56-272E-F5C2-A8E0104E1E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360" y="444501"/>
            <a:ext cx="5105843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</a:t>
            </a:r>
            <a:br>
              <a:rPr lang="en-US"/>
            </a:br>
            <a:r>
              <a:rPr lang="en-US"/>
              <a:t>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186203042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1 mobile screen_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cell phones&#10;&#10;Description automatically generated">
            <a:extLst>
              <a:ext uri="{FF2B5EF4-FFF2-40B4-BE49-F238E27FC236}">
                <a16:creationId xmlns:a16="http://schemas.microsoft.com/office/drawing/2014/main" id="{3486896B-68BA-E6AD-6F32-2CF6E2E8B5B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8962" y="364026"/>
            <a:ext cx="3975223" cy="7728828"/>
          </a:xfrm>
          <a:prstGeom prst="rect">
            <a:avLst/>
          </a:prstGeom>
        </p:spPr>
      </p:pic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B94678C6-AE21-10FC-5620-1EF00B4F02B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111985" y="1323668"/>
            <a:ext cx="2698523" cy="5745122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023C275-2FDC-D7DE-3902-3121738DC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4D0875-B087-3FC7-3718-42F1810B0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A898FE3-EA63-F5D9-087B-CCA505AE48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A5150CB-5DD0-A6D6-EA76-53302F688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Placeholder 50">
            <a:extLst>
              <a:ext uri="{FF2B5EF4-FFF2-40B4-BE49-F238E27FC236}">
                <a16:creationId xmlns:a16="http://schemas.microsoft.com/office/drawing/2014/main" id="{4201A448-A055-B2D6-9FDD-FDB24F81A5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9908" y="1338767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9" name="Text Placeholder 50">
            <a:extLst>
              <a:ext uri="{FF2B5EF4-FFF2-40B4-BE49-F238E27FC236}">
                <a16:creationId xmlns:a16="http://schemas.microsoft.com/office/drawing/2014/main" id="{8A8B8D09-5C42-B18C-5CF4-326DEBA1BC7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09908" y="2790231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9C53E792-A9E7-A960-F28A-81B47A1C3B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09908" y="4225985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A624153C-8A15-7478-5299-53417733FE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609908" y="1768758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6" name="Text Placeholder 50">
            <a:extLst>
              <a:ext uri="{FF2B5EF4-FFF2-40B4-BE49-F238E27FC236}">
                <a16:creationId xmlns:a16="http://schemas.microsoft.com/office/drawing/2014/main" id="{B200DA4B-6612-DD0B-BD68-009F026D2AA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09908" y="3223692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B42D7AB5-A7E3-1B5E-9D86-0961DF64E39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908" y="4635259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8CC5D1C-D132-F0E4-2BC5-C8433A3D0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199755558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1 mobile screen_no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B94678C6-AE21-10FC-5620-1EF00B4F02B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478889" y="444501"/>
            <a:ext cx="3386668" cy="7382199"/>
          </a:xfrm>
          <a:prstGeom prst="roundRect">
            <a:avLst>
              <a:gd name="adj" fmla="val 11435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023C275-2FDC-D7DE-3902-3121738DC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4D0875-B087-3FC7-3718-42F1810B0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A898FE3-EA63-F5D9-087B-CCA505AE48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A5150CB-5DD0-A6D6-EA76-53302F688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 Placeholder 50">
            <a:extLst>
              <a:ext uri="{FF2B5EF4-FFF2-40B4-BE49-F238E27FC236}">
                <a16:creationId xmlns:a16="http://schemas.microsoft.com/office/drawing/2014/main" id="{63004F1C-413D-7A8C-06B8-E7898555F6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6249" y="2020241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E08F52F1-2499-BCFF-7A7E-E90AFDE7EB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249" y="3471706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4" name="Text Placeholder 50">
            <a:extLst>
              <a:ext uri="{FF2B5EF4-FFF2-40B4-BE49-F238E27FC236}">
                <a16:creationId xmlns:a16="http://schemas.microsoft.com/office/drawing/2014/main" id="{6E26837C-9F2C-3902-7650-5A9D505BE3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6249" y="4907459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5" name="Text Placeholder 50">
            <a:extLst>
              <a:ext uri="{FF2B5EF4-FFF2-40B4-BE49-F238E27FC236}">
                <a16:creationId xmlns:a16="http://schemas.microsoft.com/office/drawing/2014/main" id="{E43EE7ED-6FD3-4AB4-B8DE-0C369C34C7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49" y="2450232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6" name="Text Placeholder 50">
            <a:extLst>
              <a:ext uri="{FF2B5EF4-FFF2-40B4-BE49-F238E27FC236}">
                <a16:creationId xmlns:a16="http://schemas.microsoft.com/office/drawing/2014/main" id="{18474ADE-412C-2338-3D95-4F6E695FC9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6249" y="3905166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7" name="Text Placeholder 50">
            <a:extLst>
              <a:ext uri="{FF2B5EF4-FFF2-40B4-BE49-F238E27FC236}">
                <a16:creationId xmlns:a16="http://schemas.microsoft.com/office/drawing/2014/main" id="{BD2C695F-385F-CE42-7163-59425F5E359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6249" y="5316733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F4D2DE-82A7-C5A7-44CE-5BA6F5E8D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360" y="444501"/>
            <a:ext cx="5105843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</a:t>
            </a:r>
            <a:br>
              <a:rPr lang="en-US"/>
            </a:br>
            <a:r>
              <a:rPr lang="en-US"/>
              <a:t>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250925140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mobile scree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oup of cell phones&#10;&#10;Description automatically generated">
            <a:extLst>
              <a:ext uri="{FF2B5EF4-FFF2-40B4-BE49-F238E27FC236}">
                <a16:creationId xmlns:a16="http://schemas.microsoft.com/office/drawing/2014/main" id="{E6E7D64F-E855-4575-9403-C929FBC0B2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20322" y="887370"/>
            <a:ext cx="3070916" cy="597063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112D195-3BFD-DB4C-7B6C-8B42BFFA587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72716" y="1634913"/>
            <a:ext cx="2037624" cy="4469606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insert product screenshot</a:t>
            </a:r>
          </a:p>
        </p:txBody>
      </p:sp>
      <p:pic>
        <p:nvPicPr>
          <p:cNvPr id="14" name="Picture 13" descr="A group of cell phones&#10;&#10;Description automatically generated">
            <a:extLst>
              <a:ext uri="{FF2B5EF4-FFF2-40B4-BE49-F238E27FC236}">
                <a16:creationId xmlns:a16="http://schemas.microsoft.com/office/drawing/2014/main" id="{CB8F89F1-4E46-01F3-D556-7001CA34818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80801" y="887370"/>
            <a:ext cx="3070916" cy="597063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A4D96B6-D93B-6230-BD36-205ACBC686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730145" y="1634913"/>
            <a:ext cx="2037624" cy="4469606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product screenshot</a:t>
            </a:r>
          </a:p>
        </p:txBody>
      </p:sp>
      <p:pic>
        <p:nvPicPr>
          <p:cNvPr id="16" name="Picture 15" descr="A group of cell phones&#10;&#10;Description automatically generated">
            <a:extLst>
              <a:ext uri="{FF2B5EF4-FFF2-40B4-BE49-F238E27FC236}">
                <a16:creationId xmlns:a16="http://schemas.microsoft.com/office/drawing/2014/main" id="{D24D40E8-E1AC-3212-43B0-3DC1743D495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843" y="887370"/>
            <a:ext cx="3070916" cy="5970630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B2341C2-CE68-DC4B-C8ED-A2D5A5CBD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414056" y="1634913"/>
            <a:ext cx="2037624" cy="4469606"/>
          </a:xfrm>
          <a:custGeom>
            <a:avLst/>
            <a:gdLst>
              <a:gd name="connsiteX0" fmla="*/ 418482 w 3739448"/>
              <a:gd name="connsiteY0" fmla="*/ 0 h 7900181"/>
              <a:gd name="connsiteX1" fmla="*/ 825130 w 3739448"/>
              <a:gd name="connsiteY1" fmla="*/ 0 h 7900181"/>
              <a:gd name="connsiteX2" fmla="*/ 813747 w 3739448"/>
              <a:gd name="connsiteY2" fmla="*/ 36670 h 7900181"/>
              <a:gd name="connsiteX3" fmla="*/ 809274 w 3739448"/>
              <a:gd name="connsiteY3" fmla="*/ 81037 h 7900181"/>
              <a:gd name="connsiteX4" fmla="*/ 809274 w 3739448"/>
              <a:gd name="connsiteY4" fmla="*/ 106435 h 7900181"/>
              <a:gd name="connsiteX5" fmla="*/ 1029419 w 3739448"/>
              <a:gd name="connsiteY5" fmla="*/ 326580 h 7900181"/>
              <a:gd name="connsiteX6" fmla="*/ 2710029 w 3739448"/>
              <a:gd name="connsiteY6" fmla="*/ 326580 h 7900181"/>
              <a:gd name="connsiteX7" fmla="*/ 2930174 w 3739448"/>
              <a:gd name="connsiteY7" fmla="*/ 106435 h 7900181"/>
              <a:gd name="connsiteX8" fmla="*/ 2930174 w 3739448"/>
              <a:gd name="connsiteY8" fmla="*/ 81037 h 7900181"/>
              <a:gd name="connsiteX9" fmla="*/ 2925702 w 3739448"/>
              <a:gd name="connsiteY9" fmla="*/ 36670 h 7900181"/>
              <a:gd name="connsiteX10" fmla="*/ 2914319 w 3739448"/>
              <a:gd name="connsiteY10" fmla="*/ 0 h 7900181"/>
              <a:gd name="connsiteX11" fmla="*/ 3320966 w 3739448"/>
              <a:gd name="connsiteY11" fmla="*/ 0 h 7900181"/>
              <a:gd name="connsiteX12" fmla="*/ 3739448 w 3739448"/>
              <a:gd name="connsiteY12" fmla="*/ 418482 h 7900181"/>
              <a:gd name="connsiteX13" fmla="*/ 3739448 w 3739448"/>
              <a:gd name="connsiteY13" fmla="*/ 7481699 h 7900181"/>
              <a:gd name="connsiteX14" fmla="*/ 3320966 w 3739448"/>
              <a:gd name="connsiteY14" fmla="*/ 7900181 h 7900181"/>
              <a:gd name="connsiteX15" fmla="*/ 418482 w 3739448"/>
              <a:gd name="connsiteY15" fmla="*/ 7900181 h 7900181"/>
              <a:gd name="connsiteX16" fmla="*/ 0 w 3739448"/>
              <a:gd name="connsiteY16" fmla="*/ 7481699 h 7900181"/>
              <a:gd name="connsiteX17" fmla="*/ 0 w 3739448"/>
              <a:gd name="connsiteY17" fmla="*/ 418482 h 7900181"/>
              <a:gd name="connsiteX18" fmla="*/ 418482 w 3739448"/>
              <a:gd name="connsiteY18" fmla="*/ 0 h 790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39448" h="7900181">
                <a:moveTo>
                  <a:pt x="418482" y="0"/>
                </a:moveTo>
                <a:lnTo>
                  <a:pt x="825130" y="0"/>
                </a:lnTo>
                <a:lnTo>
                  <a:pt x="813747" y="36670"/>
                </a:lnTo>
                <a:cubicBezTo>
                  <a:pt x="810814" y="51001"/>
                  <a:pt x="809274" y="65839"/>
                  <a:pt x="809274" y="81037"/>
                </a:cubicBezTo>
                <a:lnTo>
                  <a:pt x="809274" y="106435"/>
                </a:lnTo>
                <a:cubicBezTo>
                  <a:pt x="809274" y="228018"/>
                  <a:pt x="907836" y="326580"/>
                  <a:pt x="1029419" y="326580"/>
                </a:cubicBezTo>
                <a:lnTo>
                  <a:pt x="2710029" y="326580"/>
                </a:lnTo>
                <a:cubicBezTo>
                  <a:pt x="2831612" y="326580"/>
                  <a:pt x="2930174" y="228018"/>
                  <a:pt x="2930174" y="106435"/>
                </a:cubicBezTo>
                <a:lnTo>
                  <a:pt x="2930174" y="81037"/>
                </a:lnTo>
                <a:cubicBezTo>
                  <a:pt x="2930174" y="65839"/>
                  <a:pt x="2928634" y="51001"/>
                  <a:pt x="2925702" y="36670"/>
                </a:cubicBezTo>
                <a:lnTo>
                  <a:pt x="2914319" y="0"/>
                </a:lnTo>
                <a:lnTo>
                  <a:pt x="3320966" y="0"/>
                </a:lnTo>
                <a:cubicBezTo>
                  <a:pt x="3552087" y="0"/>
                  <a:pt x="3739448" y="187361"/>
                  <a:pt x="3739448" y="418482"/>
                </a:cubicBezTo>
                <a:lnTo>
                  <a:pt x="3739448" y="7481699"/>
                </a:lnTo>
                <a:cubicBezTo>
                  <a:pt x="3739448" y="7712820"/>
                  <a:pt x="3552087" y="7900181"/>
                  <a:pt x="3320966" y="7900181"/>
                </a:cubicBezTo>
                <a:lnTo>
                  <a:pt x="418482" y="7900181"/>
                </a:lnTo>
                <a:cubicBezTo>
                  <a:pt x="187361" y="7900181"/>
                  <a:pt x="0" y="7712820"/>
                  <a:pt x="0" y="7481699"/>
                </a:cubicBezTo>
                <a:lnTo>
                  <a:pt x="0" y="418482"/>
                </a:lnTo>
                <a:cubicBezTo>
                  <a:pt x="0" y="187361"/>
                  <a:pt x="187361" y="0"/>
                  <a:pt x="41848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product screenshot</a:t>
            </a: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91ADB053-AF68-2159-9C4F-B53824EB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E354AB-482F-2133-3762-E3BB0C99E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BC68D3AF-CE4F-0E1C-2B82-2994BAF4BA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1A5BD69-F0AA-3E03-37BC-299E5F156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4C50E8-AFB4-CC66-8EC7-F0ED78048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1563200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>
          <p15:clr>
            <a:srgbClr val="FBAE40"/>
          </p15:clr>
        </p15:guide>
        <p15:guide id="2" orient="horz" pos="4704">
          <p15:clr>
            <a:srgbClr val="FBAE40"/>
          </p15:clr>
        </p15:guide>
        <p15:guide id="3" pos="2712">
          <p15:clr>
            <a:srgbClr val="FBAE40"/>
          </p15:clr>
        </p15:guide>
        <p15:guide id="4" pos="960">
          <p15:clr>
            <a:srgbClr val="FBAE40"/>
          </p15:clr>
        </p15:guide>
        <p15:guide id="5" pos="5472">
          <p15:clr>
            <a:srgbClr val="FBAE40"/>
          </p15:clr>
        </p15:guide>
        <p15:guide id="6" pos="3720">
          <p15:clr>
            <a:srgbClr val="FBAE40"/>
          </p15:clr>
        </p15:guide>
        <p15:guide id="7" pos="6504">
          <p15:clr>
            <a:srgbClr val="FBAE40"/>
          </p15:clr>
        </p15:guide>
        <p15:guide id="8" pos="823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mobile screens_no fra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91ADB053-AF68-2159-9C4F-B53824EB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E354AB-482F-2133-3762-E3BB0C99E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BC68D3AF-CE4F-0E1C-2B82-2994BAF4BA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1A5BD69-F0AA-3E03-37BC-299E5F156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4C50E8-AFB4-CC66-8EC7-F0ED78048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D3F6D067-A32C-C4C2-7529-5D6658B8DAE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954284" y="1404363"/>
            <a:ext cx="2283433" cy="4977388"/>
          </a:xfrm>
          <a:prstGeom prst="roundRect">
            <a:avLst>
              <a:gd name="adj" fmla="val 11435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3" name="Picture Placeholder 38">
            <a:extLst>
              <a:ext uri="{FF2B5EF4-FFF2-40B4-BE49-F238E27FC236}">
                <a16:creationId xmlns:a16="http://schemas.microsoft.com/office/drawing/2014/main" id="{69E22765-54E8-7DBD-3801-C619ADCEA55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638567" y="1404363"/>
            <a:ext cx="2283433" cy="4977388"/>
          </a:xfrm>
          <a:prstGeom prst="roundRect">
            <a:avLst>
              <a:gd name="adj" fmla="val 11435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  <p:sp>
        <p:nvSpPr>
          <p:cNvPr id="5" name="Picture Placeholder 38">
            <a:extLst>
              <a:ext uri="{FF2B5EF4-FFF2-40B4-BE49-F238E27FC236}">
                <a16:creationId xmlns:a16="http://schemas.microsoft.com/office/drawing/2014/main" id="{CA7673F0-0C36-88A2-79A9-6DBB82A1E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2567" y="1404363"/>
            <a:ext cx="2283433" cy="4977388"/>
          </a:xfrm>
          <a:prstGeom prst="roundRect">
            <a:avLst>
              <a:gd name="adj" fmla="val 11435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</p:txBody>
      </p:sp>
    </p:spTree>
    <p:extLst>
      <p:ext uri="{BB962C8B-B14F-4D97-AF65-F5344CB8AC3E}">
        <p14:creationId xmlns:p14="http://schemas.microsoft.com/office/powerpoint/2010/main" val="4095305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3" pos="960">
          <p15:clr>
            <a:srgbClr val="FBAE40"/>
          </p15:clr>
        </p15:guide>
        <p15:guide id="4" pos="2688">
          <p15:clr>
            <a:srgbClr val="FBAE40"/>
          </p15:clr>
        </p15:guide>
        <p15:guide id="5" pos="3720">
          <p15:clr>
            <a:srgbClr val="FBAE40"/>
          </p15:clr>
        </p15:guide>
        <p15:guide id="6" pos="5472">
          <p15:clr>
            <a:srgbClr val="FBAE40"/>
          </p15:clr>
        </p15:guide>
        <p15:guide id="7" pos="6504">
          <p15:clr>
            <a:srgbClr val="FBAE40"/>
          </p15:clr>
        </p15:guide>
        <p15:guide id="8" pos="8256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single desktop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16FCE187-D033-E14A-9218-ED5A5A5FE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866391"/>
            <a:ext cx="13101816" cy="7431327"/>
          </a:xfrm>
          <a:prstGeom prst="rect">
            <a:avLst/>
          </a:prstGeom>
        </p:spPr>
      </p:pic>
      <p:sp>
        <p:nvSpPr>
          <p:cNvPr id="41" name="Picture Placeholder 12">
            <a:extLst>
              <a:ext uri="{FF2B5EF4-FFF2-40B4-BE49-F238E27FC236}">
                <a16:creationId xmlns:a16="http://schemas.microsoft.com/office/drawing/2014/main" id="{341DD58D-3F64-47A3-6316-13E161CFF5E6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293033" y="1488978"/>
            <a:ext cx="9360438" cy="577544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product screenshot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F1C56A5-5799-06B4-1384-B80A3A91E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726" y="3199300"/>
            <a:ext cx="3733800" cy="1477328"/>
          </a:xfrm>
        </p:spPr>
        <p:txBody>
          <a:bodyPr wrap="square" anchor="b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7F6B8E-A655-9AF0-F2A5-BCC7627864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6251" y="4853597"/>
            <a:ext cx="3714750" cy="451342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333" b="0">
                <a:solidFill>
                  <a:schemeClr val="tx1"/>
                </a:solidFill>
              </a:defRPr>
            </a:lvl1pPr>
            <a:lvl2pPr>
              <a:defRPr sz="2333" b="0">
                <a:solidFill>
                  <a:schemeClr val="tx1"/>
                </a:solidFill>
              </a:defRPr>
            </a:lvl2pPr>
            <a:lvl3pPr>
              <a:defRPr sz="2333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Type short subheading here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BD49596-4D4A-43D3-DDF9-F4D697A0A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D02B-4E62-B3B5-91BA-7FF43FFB8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B4B73D0-0DC5-F48E-538A-38108A6037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BC0B0C3-8578-2281-746B-C3EE472A9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11013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single desktop_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16FCE187-D033-E14A-9218-ED5A5A5FE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5" y="1421374"/>
            <a:ext cx="11979631" cy="6794825"/>
          </a:xfrm>
          <a:prstGeom prst="rect">
            <a:avLst/>
          </a:prstGeom>
        </p:spPr>
      </p:pic>
      <p:sp>
        <p:nvSpPr>
          <p:cNvPr id="41" name="Picture Placeholder 12">
            <a:extLst>
              <a:ext uri="{FF2B5EF4-FFF2-40B4-BE49-F238E27FC236}">
                <a16:creationId xmlns:a16="http://schemas.microsoft.com/office/drawing/2014/main" id="{341DD58D-3F64-47A3-6316-13E161CFF5E6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1827564" y="1978333"/>
            <a:ext cx="8558707" cy="528077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product screenshot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8F19EE38-9F5D-1E12-268C-AC9592883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9AB606-63CA-0B2B-6E94-C3EACD93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DD4C7F21-914C-1F8C-6459-D7F31E2A72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46" name="Footer Placeholder 4">
            <a:extLst>
              <a:ext uri="{FF2B5EF4-FFF2-40B4-BE49-F238E27FC236}">
                <a16:creationId xmlns:a16="http://schemas.microsoft.com/office/drawing/2014/main" id="{B601F504-950A-EC00-F6C5-157388743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DEDE669-A8DA-6360-299D-2E600FBC41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49" y="1027815"/>
            <a:ext cx="11222430" cy="377026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Type a subheading here…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5F1403-FA71-91AE-C756-EC3603BA6F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38349771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single desktop_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0AB45EC2-55CD-0D9C-3D3F-EA24912B9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971" y="1186104"/>
            <a:ext cx="9776059" cy="5544963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BC49F01-DBEB-6206-F2DD-0617D6696CD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2571750" y="1635126"/>
            <a:ext cx="7066342" cy="431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product screenshot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BE1C2-D14E-BA8B-2785-C7E207E9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B9C97-BECB-A94E-1C00-6D5350A32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4B6C13-A299-4F4E-36E5-470C1B1320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CAF4446-1937-E233-F147-65284C058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2CCEFB-8815-A133-86FF-59A26A7E9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344287094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single desktop_no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BC49F01-DBEB-6206-F2DD-0617D6696CD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2571750" y="1635126"/>
            <a:ext cx="7066342" cy="4318000"/>
          </a:xfrm>
          <a:prstGeom prst="roundRect">
            <a:avLst>
              <a:gd name="adj" fmla="val 7843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product screenshot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BE1C2-D14E-BA8B-2785-C7E207E9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B9C97-BECB-A94E-1C00-6D5350A32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4B6C13-A299-4F4E-36E5-470C1B1320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CAF4446-1937-E233-F147-65284C058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923D99F-F63C-F4E7-9286-A7BB75EBBB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49" y="1027815"/>
            <a:ext cx="11222430" cy="377026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Type a subheading here…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EA73861-04A9-48B9-C808-D185B1497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58365679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ultiple deskto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BC49F01-DBEB-6206-F2DD-0617D6696CD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476249" y="1848557"/>
            <a:ext cx="3358533" cy="2052285"/>
          </a:xfrm>
          <a:prstGeom prst="roundRect">
            <a:avLst>
              <a:gd name="adj" fmla="val 7843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BE1C2-D14E-BA8B-2785-C7E207E9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B9C97-BECB-A94E-1C00-6D5350A32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4B6C13-A299-4F4E-36E5-470C1B1320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CAF4446-1937-E233-F147-65284C058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3F938DDF-DC9C-FEEC-5E8F-EC80054A40DC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4416734" y="1848557"/>
            <a:ext cx="3358533" cy="2052285"/>
          </a:xfrm>
          <a:prstGeom prst="roundRect">
            <a:avLst>
              <a:gd name="adj" fmla="val 7843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EC405518-813A-8673-B012-BEBF938F31E5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8368947" y="1848557"/>
            <a:ext cx="3358533" cy="2052285"/>
          </a:xfrm>
          <a:prstGeom prst="roundRect">
            <a:avLst>
              <a:gd name="adj" fmla="val 7843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insert product screenshot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7" name="Text Placeholder 50">
            <a:extLst>
              <a:ext uri="{FF2B5EF4-FFF2-40B4-BE49-F238E27FC236}">
                <a16:creationId xmlns:a16="http://schemas.microsoft.com/office/drawing/2014/main" id="{03D2CFE4-519E-5F9A-35E8-41730ABC5C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4751496"/>
            <a:ext cx="335853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F08BF480-117E-A1B9-ED0C-DF5CF6A70E0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7200" y="4166858"/>
            <a:ext cx="3358533" cy="400110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1" i="0" kern="1200" dirty="0">
                <a:solidFill>
                  <a:schemeClr val="accent1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Workflow step one</a:t>
            </a:r>
          </a:p>
        </p:txBody>
      </p:sp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CC7C10FD-3F58-99F2-61BC-B24116295D6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97684" y="4166858"/>
            <a:ext cx="3358533" cy="400110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1" i="0" kern="1200" dirty="0">
                <a:solidFill>
                  <a:schemeClr val="accent1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Workflow step two</a:t>
            </a:r>
          </a:p>
        </p:txBody>
      </p:sp>
      <p:sp>
        <p:nvSpPr>
          <p:cNvPr id="16" name="Text Placeholder 50">
            <a:extLst>
              <a:ext uri="{FF2B5EF4-FFF2-40B4-BE49-F238E27FC236}">
                <a16:creationId xmlns:a16="http://schemas.microsoft.com/office/drawing/2014/main" id="{FAE203DE-2F6D-2909-9731-3AD7614B9E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368947" y="4166858"/>
            <a:ext cx="3358533" cy="400110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1" i="0" kern="1200" dirty="0">
                <a:solidFill>
                  <a:schemeClr val="accent1"/>
                </a:solidFill>
                <a:latin typeface="Source Sans 3" panose="020B0303030403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Workflow step three</a:t>
            </a:r>
          </a:p>
        </p:txBody>
      </p:sp>
      <p:sp>
        <p:nvSpPr>
          <p:cNvPr id="4" name="Text Placeholder 50">
            <a:extLst>
              <a:ext uri="{FF2B5EF4-FFF2-40B4-BE49-F238E27FC236}">
                <a16:creationId xmlns:a16="http://schemas.microsoft.com/office/drawing/2014/main" id="{969334B0-465C-C9F7-B8C9-6F7015ADEEA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97684" y="4751496"/>
            <a:ext cx="335853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2641C153-4D90-89CD-FDAD-953871BF8DF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68947" y="4751496"/>
            <a:ext cx="335853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C5B24E2-1101-99A6-2AB6-DC96B92846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49" y="1027815"/>
            <a:ext cx="11222430" cy="377026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Type a subheading here if needed…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E7A8FC4-5A7D-078A-CCF5-B0CEACB4DF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397690607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desktop with fea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1ADD18CA-243F-00EF-FB91-82508BBAE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092" y="722874"/>
            <a:ext cx="10032872" cy="569062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BC49F01-DBEB-6206-F2DD-0617D6696CD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971342" y="1136912"/>
            <a:ext cx="7231492" cy="446187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product screenshot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2C0898C-C4E0-4105-5894-FBD49BC2F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DBD35B-47A8-CF67-FBCE-71363C8FA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8BCD1361-B2CD-7BA5-5BD4-AE74F1A0D8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BCE2A644-5338-AD51-8B44-8AF34CF84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1816003E-5022-D3DA-7D00-F4059757A0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6249" y="2020241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FA694F22-F9C5-9E2D-4CAF-F3C8FDFE68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249" y="3471706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F9C4E0A0-A5FE-6DDC-F949-E639598DA6A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6249" y="4907459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9828D1BE-7B80-CAB6-1809-9ACFDF1785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49" y="2450232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8E439156-5EBF-3100-9A34-DD0D7BCD54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6249" y="3905166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6" name="Text Placeholder 50">
            <a:extLst>
              <a:ext uri="{FF2B5EF4-FFF2-40B4-BE49-F238E27FC236}">
                <a16:creationId xmlns:a16="http://schemas.microsoft.com/office/drawing/2014/main" id="{72150F58-7D34-225D-DC13-9430BF3FA31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6249" y="5316733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A64A5FA-D6BB-B267-D57F-E89D79BF4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360" y="444501"/>
            <a:ext cx="5105843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</a:t>
            </a:r>
            <a:br>
              <a:rPr lang="en-US"/>
            </a:br>
            <a:r>
              <a:rPr lang="en-US"/>
              <a:t>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292759140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desktop with features_no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BC49F01-DBEB-6206-F2DD-0617D6696CD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223452" y="1198063"/>
            <a:ext cx="7231492" cy="4461875"/>
          </a:xfrm>
          <a:prstGeom prst="roundRect">
            <a:avLst>
              <a:gd name="adj" fmla="val 6641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product screenshot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2C0898C-C4E0-4105-5894-FBD49BC2F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DBD35B-47A8-CF67-FBCE-71363C8FA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8BCD1361-B2CD-7BA5-5BD4-AE74F1A0D8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BCE2A644-5338-AD51-8B44-8AF34CF84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6F580897-6714-9CB1-0F96-9CCDF7E1DC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6249" y="2020241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A60D7457-AB62-491A-47AC-B5E3AF9961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249" y="3471706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7068E3E9-9A2D-31DD-2E11-DA3CFF9935A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6249" y="4907459"/>
            <a:ext cx="5105843" cy="400110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Feature name or product detail</a:t>
            </a:r>
          </a:p>
        </p:txBody>
      </p:sp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1B207FDE-FB0B-5D93-C9CF-A87FEF6BA1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49" y="2450232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ED6DBDF0-5A4B-83BF-F239-90D508DFDE3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6249" y="3905166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F9151A36-AAB5-3CD3-9ACC-AF6E4279231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6249" y="5316733"/>
            <a:ext cx="5105843" cy="323165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7E57A60-A514-335B-5AEC-62BCF7B9EB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360" y="444501"/>
            <a:ext cx="5105843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</a:t>
            </a:r>
            <a:br>
              <a:rPr lang="en-US"/>
            </a:br>
            <a:r>
              <a:rPr lang="en-US"/>
              <a:t>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419916848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3A0E228-3B11-BBA7-2521-BDA77E28943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2310" y="1879607"/>
            <a:ext cx="11240512" cy="4470393"/>
          </a:xfrm>
          <a:prstGeom prst="roundRect">
            <a:avLst>
              <a:gd name="adj" fmla="val 6629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333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C92200E-AE2F-410C-A0D7-852BA95D8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399326-FABB-5448-4BC5-457FE8C0B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8CDE8D4-6A52-4CAD-F275-AE4309838A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D108EEF-838D-146D-2EA1-A9ED36EA3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93455B6-C0DF-AAD4-59BF-01D03D8428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49" y="1027815"/>
            <a:ext cx="11222430" cy="377026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Type a subheading here…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AF76EB-1AA2-9DC4-41E5-33952151A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363136662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graph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8EF8E5A-41C9-8DA6-6EF8-8B1AC50875C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35404"/>
            <a:ext cx="6699623" cy="4671708"/>
          </a:xfrm>
          <a:prstGeom prst="roundRect">
            <a:avLst>
              <a:gd name="adj" fmla="val 689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333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44AEB3C-CD6F-3F56-3493-FC40F77E9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3C981D-B04B-245D-73E2-912D49613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51CA5BD-A34B-C43D-8E67-D0EF846762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9B880BD-1B8E-A4DB-074C-8973D9862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B7E5012-1291-3946-D886-10AB5D9A7F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00358" y="2000219"/>
            <a:ext cx="3432464" cy="377026"/>
          </a:xfrm>
        </p:spPr>
        <p:txBody>
          <a:bodyPr>
            <a:sp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Key takeaway…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E11F937-F7F3-3E41-B157-3E1742F925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00358" y="2547868"/>
            <a:ext cx="3432464" cy="3759243"/>
          </a:xfrm>
        </p:spPr>
        <p:txBody>
          <a:bodyPr>
            <a:noAutofit/>
          </a:bodyPr>
          <a:lstStyle>
            <a:lvl1pPr marL="285739" indent="-285739">
              <a:buFont typeface="Arial" panose="020B0604020202020204" pitchFamily="34" charset="0"/>
              <a:buChar char="•"/>
              <a:defRPr sz="1667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667" b="0">
                <a:solidFill>
                  <a:schemeClr val="tx1"/>
                </a:solidFill>
              </a:defRPr>
            </a:lvl2pPr>
            <a:lvl3pPr>
              <a:defRPr sz="1667" b="0">
                <a:solidFill>
                  <a:schemeClr val="tx1"/>
                </a:solidFill>
              </a:defRPr>
            </a:lvl3pPr>
            <a:lvl4pPr>
              <a:defRPr sz="1667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Summarize the key insights from the data</a:t>
            </a:r>
          </a:p>
          <a:p>
            <a:pPr lvl="0"/>
            <a:r>
              <a:rPr lang="en-US"/>
              <a:t>Avoid typing paragraphs - keep each point concise</a:t>
            </a:r>
          </a:p>
          <a:p>
            <a:pPr lvl="0"/>
            <a:r>
              <a:rPr lang="en-US"/>
              <a:t>What’s the most relevant to your audience?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0BBDCA1-70A9-9CE5-8A6C-0BC6B6D7B7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249" y="1027815"/>
            <a:ext cx="11222430" cy="377026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Type a subheading here if needed…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D1830B-E8BD-A23A-F3D5-7CFC5676C2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209044260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2 graphs_text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4B41ECB-05A4-72A1-6FD5-BD458AA3AF1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937" y="1832809"/>
            <a:ext cx="5152885" cy="2671956"/>
          </a:xfrm>
          <a:prstGeom prst="roundRect">
            <a:avLst>
              <a:gd name="adj" fmla="val 7115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>
            <a:normAutofit/>
          </a:bodyPr>
          <a:lstStyle>
            <a:lvl1pPr marL="0" indent="0" algn="ctr">
              <a:buNone/>
              <a:defRPr sz="1333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A9F0224-AAC0-D64B-2D33-DF7F7C40131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55177" y="1830567"/>
            <a:ext cx="5152885" cy="2671956"/>
          </a:xfrm>
          <a:prstGeom prst="roundRect">
            <a:avLst>
              <a:gd name="adj" fmla="val 7115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>
            <a:normAutofit/>
          </a:bodyPr>
          <a:lstStyle>
            <a:lvl1pPr marL="0" indent="0" algn="ctr">
              <a:buNone/>
              <a:defRPr sz="1333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9A53F6C3-643C-E4E2-2A1E-9EF3831A2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417" y="5034331"/>
            <a:ext cx="5152885" cy="377026"/>
          </a:xfrm>
        </p:spPr>
        <p:txBody>
          <a:bodyPr>
            <a:sp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Key takeaway…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75742394-D485-7F52-2E31-CA6903BF78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417" y="5519842"/>
            <a:ext cx="5152885" cy="560538"/>
          </a:xfrm>
        </p:spPr>
        <p:txBody>
          <a:bodyPr>
            <a:spAutoFit/>
          </a:bodyPr>
          <a:lstStyle>
            <a:lvl1pPr marL="0" indent="0">
              <a:buFont typeface="Arial" panose="020B0604020202020204" pitchFamily="34" charset="0"/>
              <a:buNone/>
              <a:defRPr sz="1667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667" b="0">
                <a:solidFill>
                  <a:schemeClr val="tx1"/>
                </a:solidFill>
              </a:defRPr>
            </a:lvl2pPr>
            <a:lvl3pPr>
              <a:defRPr sz="1667" b="0">
                <a:solidFill>
                  <a:schemeClr val="tx1"/>
                </a:solidFill>
              </a:defRPr>
            </a:lvl3pPr>
            <a:lvl4pPr>
              <a:defRPr sz="1667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9BCE5FA0-4564-2527-8D26-CF9CC199E2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5177" y="5034331"/>
            <a:ext cx="5152885" cy="377026"/>
          </a:xfrm>
        </p:spPr>
        <p:txBody>
          <a:bodyPr>
            <a:sp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Key takeaway…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E137C3E-07C3-3401-0FB3-670FE9BD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DF61F-32A4-CD8B-6898-A1F5D0283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06D5D4C-6390-7B79-7E97-81E9DEAF04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BF70223-97E0-DD6E-7A7F-3B07FC168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96BB1C4-37DA-1DBF-13F6-D5E70F9768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6249" y="1027815"/>
            <a:ext cx="11222430" cy="377026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Type a subheading here if needed…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22065F1-E955-CF6E-C706-27833CFA35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5177" y="5519842"/>
            <a:ext cx="5152885" cy="560538"/>
          </a:xfrm>
        </p:spPr>
        <p:txBody>
          <a:bodyPr>
            <a:spAutoFit/>
          </a:bodyPr>
          <a:lstStyle>
            <a:lvl1pPr marL="0" indent="0">
              <a:buFont typeface="Arial" panose="020B0604020202020204" pitchFamily="34" charset="0"/>
              <a:buNone/>
              <a:defRPr sz="1667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667" b="0">
                <a:solidFill>
                  <a:schemeClr val="tx1"/>
                </a:solidFill>
              </a:defRPr>
            </a:lvl2pPr>
            <a:lvl3pPr>
              <a:defRPr sz="1667" b="0">
                <a:solidFill>
                  <a:schemeClr val="tx1"/>
                </a:solidFill>
              </a:defRPr>
            </a:lvl3pPr>
            <a:lvl4pPr>
              <a:defRPr sz="1667" b="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F8C071F-3840-79B6-7707-732F50FE0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291777534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2 graphs_text_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4B41ECB-05A4-72A1-6FD5-BD458AA3AF1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2626" y="1635406"/>
            <a:ext cx="6944809" cy="2150428"/>
          </a:xfrm>
          <a:prstGeom prst="roundRect">
            <a:avLst>
              <a:gd name="adj" fmla="val 4002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>
            <a:normAutofit/>
          </a:bodyPr>
          <a:lstStyle>
            <a:lvl1pPr marL="0" indent="0" algn="ctr">
              <a:buNone/>
              <a:defRPr sz="1333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EA314C9-6C79-3B22-398C-AF9236F7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7E257-146A-8DA5-A0AE-85C074E2E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56EB735-E120-CC8B-BDA4-610A484F6A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8D94CB5-315E-0E4E-C67C-520B5355E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671BAD67-BD5E-CB8C-C468-2CFFE4D7923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92626" y="4122009"/>
            <a:ext cx="6944809" cy="2150428"/>
          </a:xfrm>
          <a:prstGeom prst="roundRect">
            <a:avLst>
              <a:gd name="adj" fmla="val 4002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>
            <a:normAutofit/>
          </a:bodyPr>
          <a:lstStyle>
            <a:lvl1pPr marL="0" indent="0" algn="ctr">
              <a:buNone/>
              <a:defRPr sz="1333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B69AF28-91A8-977B-C795-B31F6141C5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33453" y="1882608"/>
            <a:ext cx="3482298" cy="377026"/>
          </a:xfrm>
        </p:spPr>
        <p:txBody>
          <a:bodyPr>
            <a:sp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Key takeaway…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08390BB-E904-07C4-5916-CA00B1CF53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33453" y="2432919"/>
            <a:ext cx="3482298" cy="791435"/>
          </a:xfrm>
        </p:spPr>
        <p:txBody>
          <a:bodyPr>
            <a:spAutoFit/>
          </a:bodyPr>
          <a:lstStyle>
            <a:lvl1pPr marL="0" indent="0">
              <a:buFont typeface="Arial" panose="020B0604020202020204" pitchFamily="34" charset="0"/>
              <a:buNone/>
              <a:defRPr sz="1667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667" b="0">
                <a:solidFill>
                  <a:schemeClr val="tx1"/>
                </a:solidFill>
              </a:defRPr>
            </a:lvl2pPr>
            <a:lvl3pPr>
              <a:defRPr sz="1667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69DE6CA7-07D6-AE74-BEB4-815E918A48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33453" y="4428373"/>
            <a:ext cx="3482298" cy="377026"/>
          </a:xfrm>
        </p:spPr>
        <p:txBody>
          <a:bodyPr>
            <a:sp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Key takeaway…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7B0E1164-29F9-13CA-D9B3-6EEAF711E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33453" y="4959551"/>
            <a:ext cx="3482298" cy="791435"/>
          </a:xfrm>
        </p:spPr>
        <p:txBody>
          <a:bodyPr>
            <a:spAutoFit/>
          </a:bodyPr>
          <a:lstStyle>
            <a:lvl1pPr marL="0" indent="0">
              <a:buFont typeface="Arial" panose="020B0604020202020204" pitchFamily="34" charset="0"/>
              <a:buNone/>
              <a:defRPr sz="1667" b="0" i="0">
                <a:solidFill>
                  <a:schemeClr val="tx1"/>
                </a:solidFill>
                <a:latin typeface="Source Sans 3" panose="020B0303030403020204" pitchFamily="34" charset="0"/>
              </a:defRPr>
            </a:lvl1pPr>
            <a:lvl2pPr>
              <a:defRPr sz="1667" b="0">
                <a:solidFill>
                  <a:schemeClr val="tx1"/>
                </a:solidFill>
              </a:defRPr>
            </a:lvl2pPr>
            <a:lvl3pPr>
              <a:defRPr sz="1667" b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FFC96C-319D-15DE-710F-6101AB66E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180607175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3 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EA314C9-6C79-3B22-398C-AF9236F7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7E257-146A-8DA5-A0AE-85C074E2E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56EB735-E120-CC8B-BDA4-610A484F6A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8D94CB5-315E-0E4E-C67C-520B5355E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B2621C5-584C-1FB1-5FE5-73C02231495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936" y="2332690"/>
            <a:ext cx="3597155" cy="4017306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722959-AD96-5137-3191-FB4F6B3FEA3E}"/>
              </a:ext>
            </a:extLst>
          </p:cNvPr>
          <p:cNvCxnSpPr>
            <a:cxnSpLocks/>
          </p:cNvCxnSpPr>
          <p:nvPr/>
        </p:nvCxnSpPr>
        <p:spPr>
          <a:xfrm>
            <a:off x="467714" y="2220793"/>
            <a:ext cx="1125657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48F817D9-48C4-E4B0-572F-B6A26C019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3937" y="1861469"/>
            <a:ext cx="3597155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ED37F63-6B69-0CF9-D8B6-6DFDD378E6A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97423" y="2332690"/>
            <a:ext cx="3597155" cy="4017306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E1D465B6-39A3-2E5A-0EE9-B4B90B8F5CB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18595" y="2332690"/>
            <a:ext cx="3597155" cy="4017306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57FE8E6-9F05-F515-A04F-B9F8F9999A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7423" y="1861469"/>
            <a:ext cx="3597155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E90F7BF2-B602-6F9D-5E42-CBDD3B335E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8595" y="1861469"/>
            <a:ext cx="3597155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9A69E-0783-F32F-E849-5878803E94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4435569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4 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EA314C9-6C79-3B22-398C-AF9236F7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7E257-146A-8DA5-A0AE-85C074E2E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56EB735-E120-CC8B-BDA4-610A484F6A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8D94CB5-315E-0E4E-C67C-520B5355E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18C213D4-D4A8-C395-E223-AAA07BD200F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0329" y="2347629"/>
            <a:ext cx="5152885" cy="164458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1CD83FE-461B-2F25-1062-9A98ED560B0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28440" y="2347629"/>
            <a:ext cx="5152885" cy="164458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0129B9-A5E7-304C-E0F4-774D2622C2CB}"/>
              </a:ext>
            </a:extLst>
          </p:cNvPr>
          <p:cNvCxnSpPr>
            <a:cxnSpLocks/>
          </p:cNvCxnSpPr>
          <p:nvPr/>
        </p:nvCxnSpPr>
        <p:spPr>
          <a:xfrm>
            <a:off x="467714" y="2220793"/>
            <a:ext cx="1125657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1B29C4F4-6A70-9A50-AA6C-CB920B3A88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5310" y="1891364"/>
            <a:ext cx="5162716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3DE40B24-E812-FEF6-1BE8-B03FD231BD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330" y="1891364"/>
            <a:ext cx="5162716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717920-3467-61DE-4468-E666519D9E21}"/>
              </a:ext>
            </a:extLst>
          </p:cNvPr>
          <p:cNvCxnSpPr>
            <a:cxnSpLocks/>
          </p:cNvCxnSpPr>
          <p:nvPr/>
        </p:nvCxnSpPr>
        <p:spPr>
          <a:xfrm>
            <a:off x="434584" y="4539923"/>
            <a:ext cx="1125657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EC31626-9EAD-F59B-DD86-0991EB7041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95310" y="4210494"/>
            <a:ext cx="5162716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A64A50C2-F12E-6697-1482-A1D611E465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330" y="4210494"/>
            <a:ext cx="5162716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sp>
        <p:nvSpPr>
          <p:cNvPr id="32" name="Content Placeholder 9">
            <a:extLst>
              <a:ext uri="{FF2B5EF4-FFF2-40B4-BE49-F238E27FC236}">
                <a16:creationId xmlns:a16="http://schemas.microsoft.com/office/drawing/2014/main" id="{B338C850-13D2-4E36-D47E-E6A98B57DDF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0329" y="4675297"/>
            <a:ext cx="5152885" cy="164458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33" name="Content Placeholder 9">
            <a:extLst>
              <a:ext uri="{FF2B5EF4-FFF2-40B4-BE49-F238E27FC236}">
                <a16:creationId xmlns:a16="http://schemas.microsoft.com/office/drawing/2014/main" id="{7A8DAEAA-5CA1-2A03-4809-283540DE4AD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528440" y="4675297"/>
            <a:ext cx="5152885" cy="164458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2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EE3816-F7E4-130E-942C-DD31AFAAA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163610812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4 graphs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EA314C9-6C79-3B22-398C-AF9236F7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7E257-146A-8DA5-A0AE-85C074E2E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56EB735-E120-CC8B-BDA4-610A484F6A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8D94CB5-315E-0E4E-C67C-520B5355E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4B2B3375-78B0-0E16-28D8-E213C5D3BD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0329" y="2347629"/>
            <a:ext cx="3005906" cy="164458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1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1532C3C9-6239-F4FC-9DF6-421E20EE44B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95310" y="2347629"/>
            <a:ext cx="3005906" cy="164458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1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8DC043-FC28-D8CE-845F-7C96040D59FB}"/>
              </a:ext>
            </a:extLst>
          </p:cNvPr>
          <p:cNvCxnSpPr>
            <a:cxnSpLocks/>
          </p:cNvCxnSpPr>
          <p:nvPr/>
        </p:nvCxnSpPr>
        <p:spPr>
          <a:xfrm>
            <a:off x="467714" y="2220793"/>
            <a:ext cx="1125657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0C36A6-ED73-1215-6483-B9336513F61F}"/>
              </a:ext>
            </a:extLst>
          </p:cNvPr>
          <p:cNvCxnSpPr>
            <a:cxnSpLocks/>
          </p:cNvCxnSpPr>
          <p:nvPr/>
        </p:nvCxnSpPr>
        <p:spPr>
          <a:xfrm>
            <a:off x="434584" y="4539923"/>
            <a:ext cx="1125657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9">
            <a:extLst>
              <a:ext uri="{FF2B5EF4-FFF2-40B4-BE49-F238E27FC236}">
                <a16:creationId xmlns:a16="http://schemas.microsoft.com/office/drawing/2014/main" id="{AFA99959-64D0-D277-03C7-CFF3C633BF0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0329" y="4675297"/>
            <a:ext cx="3005906" cy="164458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1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C445D822-E994-B3F4-6173-9A070BB9E335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495310" y="4675297"/>
            <a:ext cx="3005906" cy="164458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667">
                <a:solidFill>
                  <a:schemeClr val="tx1"/>
                </a:solidFill>
              </a:defRPr>
            </a:lvl1pPr>
          </a:lstStyle>
          <a:p>
            <a:pPr lvl="0"/>
            <a:br>
              <a:rPr lang="en-US"/>
            </a:br>
            <a:endParaRPr lang="en-US"/>
          </a:p>
          <a:p>
            <a:pPr lvl="0"/>
            <a:r>
              <a:rPr lang="en-US"/>
              <a:t>Insert chart/graph here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B3A6A091-D098-6920-7899-3CA9210D6C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9681" y="2347629"/>
            <a:ext cx="1953880" cy="1644385"/>
          </a:xfrm>
          <a:noFill/>
        </p:spPr>
        <p:txBody>
          <a:bodyPr tIns="91440" bIns="91440">
            <a:noAutofit/>
          </a:bodyPr>
          <a:lstStyle>
            <a:lvl1pPr marL="238115" indent="-238115">
              <a:buFont typeface="Arial" panose="020B0604020202020204" pitchFamily="34" charset="0"/>
              <a:buChar char="•"/>
              <a:defRPr sz="1167">
                <a:solidFill>
                  <a:schemeClr val="tx1"/>
                </a:solidFill>
              </a:defRPr>
            </a:lvl1pPr>
            <a:lvl2pPr marL="695297" indent="-238115">
              <a:buFont typeface="Arial" panose="020B0604020202020204" pitchFamily="34" charset="0"/>
              <a:buChar char="•"/>
              <a:defRPr sz="1167" b="0">
                <a:solidFill>
                  <a:schemeClr val="tx1"/>
                </a:solidFill>
              </a:defRPr>
            </a:lvl2pPr>
            <a:lvl3pPr>
              <a:defRPr sz="1167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  <a:p>
            <a:pPr lvl="0"/>
            <a:r>
              <a:rPr lang="en-US"/>
              <a:t>...</a:t>
            </a:r>
          </a:p>
          <a:p>
            <a:pPr lvl="0"/>
            <a:r>
              <a:rPr lang="en-US"/>
              <a:t>…</a:t>
            </a:r>
          </a:p>
          <a:p>
            <a:pPr lvl="0"/>
            <a:r>
              <a:rPr lang="en-US"/>
              <a:t>…</a:t>
            </a:r>
          </a:p>
          <a:p>
            <a:pPr lvl="0"/>
            <a:r>
              <a:rPr lang="en-US"/>
              <a:t>…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27F8556-5678-D94F-34E2-4E6AE382EC15}"/>
              </a:ext>
            </a:extLst>
          </p:cNvPr>
          <p:cNvCxnSpPr>
            <a:cxnSpLocks/>
          </p:cNvCxnSpPr>
          <p:nvPr/>
        </p:nvCxnSpPr>
        <p:spPr>
          <a:xfrm>
            <a:off x="6096000" y="2220793"/>
            <a:ext cx="0" cy="412920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B6E2EFD7-71A6-3C63-346F-4F8D3FB115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5310" y="1891364"/>
            <a:ext cx="5162716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D1A8C751-234C-0B10-4886-930BC256B9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330" y="1891364"/>
            <a:ext cx="5162716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212B289-0C5C-0B59-372C-C9C63849D6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95310" y="4210494"/>
            <a:ext cx="5162716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258092D3-C0E8-988A-C3F5-1D77B87369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330" y="4210494"/>
            <a:ext cx="5162716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 b="1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Graph/chart heading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24B623AC-48A1-B876-4499-9228B4CF98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9681" y="4675297"/>
            <a:ext cx="1953880" cy="1644385"/>
          </a:xfrm>
          <a:noFill/>
        </p:spPr>
        <p:txBody>
          <a:bodyPr tIns="91440" bIns="91440">
            <a:noAutofit/>
          </a:bodyPr>
          <a:lstStyle>
            <a:lvl1pPr marL="238115" indent="-238115">
              <a:buFont typeface="Arial" panose="020B0604020202020204" pitchFamily="34" charset="0"/>
              <a:buChar char="•"/>
              <a:defRPr sz="1167">
                <a:solidFill>
                  <a:schemeClr val="tx1"/>
                </a:solidFill>
              </a:defRPr>
            </a:lvl1pPr>
            <a:lvl2pPr marL="695297" indent="-238115">
              <a:buFont typeface="Arial" panose="020B0604020202020204" pitchFamily="34" charset="0"/>
              <a:buChar char="•"/>
              <a:defRPr sz="1167" b="0">
                <a:solidFill>
                  <a:schemeClr val="tx1"/>
                </a:solidFill>
              </a:defRPr>
            </a:lvl2pPr>
            <a:lvl3pPr>
              <a:defRPr sz="1167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  <a:p>
            <a:pPr lvl="0"/>
            <a:r>
              <a:rPr lang="en-US"/>
              <a:t>...</a:t>
            </a:r>
          </a:p>
          <a:p>
            <a:pPr lvl="0"/>
            <a:r>
              <a:rPr lang="en-US"/>
              <a:t>…</a:t>
            </a:r>
          </a:p>
          <a:p>
            <a:pPr lvl="0"/>
            <a:r>
              <a:rPr lang="en-US"/>
              <a:t>…</a:t>
            </a:r>
          </a:p>
          <a:p>
            <a:pPr lvl="0"/>
            <a:r>
              <a:rPr lang="en-US"/>
              <a:t>…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78CE413A-914B-FA07-F56D-2786B96B94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04146" y="2347629"/>
            <a:ext cx="1953880" cy="1644385"/>
          </a:xfrm>
          <a:noFill/>
        </p:spPr>
        <p:txBody>
          <a:bodyPr tIns="91440" bIns="91440">
            <a:noAutofit/>
          </a:bodyPr>
          <a:lstStyle>
            <a:lvl1pPr marL="238115" indent="-238115">
              <a:buFont typeface="Arial" panose="020B0604020202020204" pitchFamily="34" charset="0"/>
              <a:buChar char="•"/>
              <a:defRPr sz="1167">
                <a:solidFill>
                  <a:schemeClr val="tx1"/>
                </a:solidFill>
              </a:defRPr>
            </a:lvl1pPr>
            <a:lvl2pPr marL="695297" indent="-238115">
              <a:buFont typeface="Arial" panose="020B0604020202020204" pitchFamily="34" charset="0"/>
              <a:buChar char="•"/>
              <a:defRPr sz="1167" b="0">
                <a:solidFill>
                  <a:schemeClr val="tx1"/>
                </a:solidFill>
              </a:defRPr>
            </a:lvl2pPr>
            <a:lvl3pPr>
              <a:defRPr sz="1167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  <a:p>
            <a:pPr lvl="0"/>
            <a:r>
              <a:rPr lang="en-US"/>
              <a:t>...</a:t>
            </a:r>
          </a:p>
          <a:p>
            <a:pPr lvl="0"/>
            <a:r>
              <a:rPr lang="en-US"/>
              <a:t>…</a:t>
            </a:r>
          </a:p>
          <a:p>
            <a:pPr lvl="0"/>
            <a:r>
              <a:rPr lang="en-US"/>
              <a:t>…</a:t>
            </a:r>
          </a:p>
          <a:p>
            <a:pPr lvl="0"/>
            <a:r>
              <a:rPr lang="en-US"/>
              <a:t>…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C280E045-B11F-BE78-7E20-1A5D9C77A7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04146" y="4675297"/>
            <a:ext cx="1953880" cy="1644385"/>
          </a:xfrm>
          <a:noFill/>
        </p:spPr>
        <p:txBody>
          <a:bodyPr tIns="91440" bIns="91440">
            <a:noAutofit/>
          </a:bodyPr>
          <a:lstStyle>
            <a:lvl1pPr marL="238115" indent="-238115">
              <a:buFont typeface="Arial" panose="020B0604020202020204" pitchFamily="34" charset="0"/>
              <a:buChar char="•"/>
              <a:defRPr sz="1167">
                <a:solidFill>
                  <a:schemeClr val="tx1"/>
                </a:solidFill>
              </a:defRPr>
            </a:lvl1pPr>
            <a:lvl2pPr marL="695297" indent="-238115">
              <a:buFont typeface="Arial" panose="020B0604020202020204" pitchFamily="34" charset="0"/>
              <a:buChar char="•"/>
              <a:defRPr sz="1167" b="0">
                <a:solidFill>
                  <a:schemeClr val="tx1"/>
                </a:solidFill>
              </a:defRPr>
            </a:lvl2pPr>
            <a:lvl3pPr>
              <a:defRPr sz="1167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Supporting text here…</a:t>
            </a:r>
          </a:p>
          <a:p>
            <a:pPr lvl="0"/>
            <a:r>
              <a:rPr lang="en-US"/>
              <a:t>...</a:t>
            </a:r>
          </a:p>
          <a:p>
            <a:pPr lvl="0"/>
            <a:r>
              <a:rPr lang="en-US"/>
              <a:t>…</a:t>
            </a:r>
          </a:p>
          <a:p>
            <a:pPr lvl="0"/>
            <a:r>
              <a:rPr lang="en-US"/>
              <a:t>…</a:t>
            </a:r>
          </a:p>
          <a:p>
            <a:pPr lvl="0"/>
            <a:r>
              <a:rPr lang="en-US"/>
              <a:t>…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53BC2E-A066-4B09-5027-F014C22CCE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796" y="444501"/>
            <a:ext cx="1122691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383831946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purple callout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1C7253F3-7DAD-0C14-2D8B-F81E28FFAC7E}"/>
              </a:ext>
            </a:extLst>
          </p:cNvPr>
          <p:cNvSpPr/>
          <p:nvPr/>
        </p:nvSpPr>
        <p:spPr>
          <a:xfrm rot="5400000">
            <a:off x="9075974" y="-779175"/>
            <a:ext cx="390204" cy="2766695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03E646-9835-D918-E0FB-ACC28C989876}"/>
              </a:ext>
            </a:extLst>
          </p:cNvPr>
          <p:cNvSpPr/>
          <p:nvPr/>
        </p:nvSpPr>
        <p:spPr>
          <a:xfrm>
            <a:off x="-1" y="0"/>
            <a:ext cx="8029223" cy="68557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31AEC-EAB6-7D52-102D-DA8C45347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5A9F2-9E23-08A5-6596-953A7BB2D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038D632-5ADC-A264-0B55-A4DD284456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93DBE18-D005-D760-D2F2-5C6A27FE6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C97376-2CDF-5897-C4CC-F2322A7110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444500"/>
            <a:ext cx="6776862" cy="1015663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a headline here. Keep it clear </a:t>
            </a:r>
            <a:br>
              <a:rPr lang="en-US"/>
            </a:br>
            <a:r>
              <a:rPr lang="en-US"/>
              <a:t>and concise.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29610092-4F5F-A7B1-F1FB-9DADC575E7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21033" y="1027815"/>
            <a:ext cx="3294717" cy="5327628"/>
          </a:xfrm>
        </p:spPr>
        <p:txBody>
          <a:bodyPr>
            <a:noAutofit/>
          </a:bodyPr>
          <a:lstStyle>
            <a:lvl1pPr marL="285739" indent="-28573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67" b="0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  <a:lvl2pPr>
              <a:defRPr sz="1667" b="0">
                <a:solidFill>
                  <a:schemeClr val="bg1"/>
                </a:solidFill>
              </a:defRPr>
            </a:lvl2pPr>
            <a:lvl3pPr>
              <a:defRPr sz="1667">
                <a:solidFill>
                  <a:schemeClr val="bg1"/>
                </a:solidFill>
              </a:defRPr>
            </a:lvl3pPr>
          </a:lstStyle>
          <a:p>
            <a:pPr marL="285739" marR="0" lvl="0" indent="-285739" algn="l" defTabSz="914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Add bulleted key takeaways</a:t>
            </a:r>
          </a:p>
          <a:p>
            <a:pPr marL="285739" marR="0" lvl="0" indent="-285739" algn="l" defTabSz="914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  <a:p>
            <a:pPr marL="285739" marR="0" lvl="0" indent="-285739" algn="l" defTabSz="914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Keep each point concise</a:t>
            </a:r>
          </a:p>
          <a:p>
            <a:pPr marL="285739" marR="0" lvl="0" indent="-285739" algn="l" defTabSz="914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  <a:p>
            <a:pPr marL="285739" marR="0" lvl="0" indent="-285739" algn="l" defTabSz="914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Is each point relevant to </a:t>
            </a:r>
            <a:br>
              <a:rPr lang="en-US"/>
            </a:br>
            <a:r>
              <a:rPr lang="en-US"/>
              <a:t>your audience?</a:t>
            </a:r>
          </a:p>
          <a:p>
            <a:pPr marL="285739" marR="0" lvl="0" indent="-285739" algn="l" defTabSz="914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DEE7977-8A5F-22D3-5A9D-3E0B54F957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21033" y="482664"/>
            <a:ext cx="1999832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1">
                <a:solidFill>
                  <a:schemeClr val="tx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3C94368-6F34-D9AA-2EFC-2E458933D5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50" y="1514885"/>
            <a:ext cx="6776862" cy="377026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Type a subheading here if needed...</a:t>
            </a:r>
          </a:p>
        </p:txBody>
      </p:sp>
    </p:spTree>
    <p:extLst>
      <p:ext uri="{BB962C8B-B14F-4D97-AF65-F5344CB8AC3E}">
        <p14:creationId xmlns:p14="http://schemas.microsoft.com/office/powerpoint/2010/main" val="132381224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fea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 Same Side Corner Rectangle 18">
            <a:extLst>
              <a:ext uri="{FF2B5EF4-FFF2-40B4-BE49-F238E27FC236}">
                <a16:creationId xmlns:a16="http://schemas.microsoft.com/office/drawing/2014/main" id="{754C2835-F5AC-6988-FA63-A4DBC28515FE}"/>
              </a:ext>
            </a:extLst>
          </p:cNvPr>
          <p:cNvSpPr/>
          <p:nvPr/>
        </p:nvSpPr>
        <p:spPr>
          <a:xfrm rot="5400000">
            <a:off x="9075974" y="-779175"/>
            <a:ext cx="390204" cy="2766695"/>
          </a:xfrm>
          <a:prstGeom prst="round2SameRect">
            <a:avLst/>
          </a:prstGeom>
          <a:solidFill>
            <a:srgbClr val="E7E0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03E646-9835-D918-E0FB-ACC28C989876}"/>
              </a:ext>
            </a:extLst>
          </p:cNvPr>
          <p:cNvSpPr/>
          <p:nvPr/>
        </p:nvSpPr>
        <p:spPr>
          <a:xfrm>
            <a:off x="-1" y="0"/>
            <a:ext cx="8029223" cy="68557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31AEC-EAB6-7D52-102D-DA8C45347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5A9F2-9E23-08A5-6596-953A7BB2D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038D632-5ADC-A264-0B55-A4DD284456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93DBE18-D005-D760-D2F2-5C6A27FE6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356FAB4-A6E8-7653-9FA9-216B41F39A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1034" y="2874312"/>
            <a:ext cx="3311788" cy="707694"/>
          </a:xfrm>
        </p:spPr>
        <p:txBody>
          <a:bodyPr wrap="square" lIns="91440" rIns="91440" anchor="ctr">
            <a:spAutoFit/>
          </a:bodyPr>
          <a:lstStyle>
            <a:lvl1pPr marL="238115" indent="-23811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33">
                <a:solidFill>
                  <a:schemeClr val="bg1"/>
                </a:solidFill>
                <a:latin typeface="+mn-lt"/>
              </a:defRPr>
            </a:lvl1pPr>
            <a:lvl2pPr>
              <a:defRPr sz="1333" b="0">
                <a:solidFill>
                  <a:schemeClr val="bg1"/>
                </a:solidFill>
                <a:latin typeface="+mn-lt"/>
              </a:defRPr>
            </a:lvl2pPr>
            <a:lvl3pPr>
              <a:defRPr sz="1333">
                <a:solidFill>
                  <a:schemeClr val="bg1"/>
                </a:solidFill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CBB8576-3AB1-FB44-7BB1-A9182AF363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21033" y="1781744"/>
            <a:ext cx="3294717" cy="329642"/>
          </a:xfrm>
        </p:spPr>
        <p:txBody>
          <a:bodyPr wrap="square">
            <a:spAutoFit/>
          </a:bodyPr>
          <a:lstStyle>
            <a:lvl1pPr marL="0" indent="0">
              <a:buNone/>
              <a:defRPr sz="1667">
                <a:solidFill>
                  <a:schemeClr val="bg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Type a subheading here... 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F41D0AC-B409-81D1-27C1-95700576C8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21033" y="482664"/>
            <a:ext cx="1999832" cy="282065"/>
          </a:xfrm>
        </p:spPr>
        <p:txBody>
          <a:bodyPr wrap="square">
            <a:spAutoFit/>
          </a:bodyPr>
          <a:lstStyle>
            <a:lvl1pPr marL="0" indent="0">
              <a:buNone/>
              <a:defRPr sz="1333" b="1">
                <a:solidFill>
                  <a:schemeClr val="tx1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Release timeframe here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E0DDF78-6E4A-EBD6-6D68-827D91CDCE2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1033" y="988076"/>
            <a:ext cx="3294717" cy="747512"/>
          </a:xfrm>
        </p:spPr>
        <p:txBody>
          <a:bodyPr wrap="square">
            <a:spAutoFit/>
          </a:bodyPr>
          <a:lstStyle>
            <a:lvl1pPr marL="0" indent="0">
              <a:buNone/>
              <a:defRPr sz="2333" b="1">
                <a:solidFill>
                  <a:schemeClr val="accent3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Product or feature name goes here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3FECE00C-CD04-CEEC-AE5D-B6BFB40BCF44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5576" y="1172820"/>
            <a:ext cx="6938068" cy="4280831"/>
          </a:xfrm>
          <a:prstGeom prst="roundRect">
            <a:avLst>
              <a:gd name="adj" fmla="val 6641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product screenshot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C160BFF-6333-1292-3E18-081B54C02B2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421034" y="4089335"/>
            <a:ext cx="3311788" cy="707694"/>
          </a:xfrm>
        </p:spPr>
        <p:txBody>
          <a:bodyPr wrap="square" lIns="91440" rIns="91440" anchor="ctr">
            <a:spAutoFit/>
          </a:bodyPr>
          <a:lstStyle>
            <a:lvl1pPr marL="238115" indent="-23811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33">
                <a:solidFill>
                  <a:schemeClr val="bg1"/>
                </a:solidFill>
                <a:latin typeface="+mn-lt"/>
              </a:defRPr>
            </a:lvl1pPr>
            <a:lvl2pPr>
              <a:defRPr sz="1333" b="0">
                <a:solidFill>
                  <a:schemeClr val="bg1"/>
                </a:solidFill>
                <a:latin typeface="+mn-lt"/>
              </a:defRPr>
            </a:lvl2pPr>
            <a:lvl3pPr>
              <a:defRPr sz="1333">
                <a:solidFill>
                  <a:schemeClr val="bg1"/>
                </a:solidFill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E4902AA-8CFB-B927-EC3B-AC7595E9CE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21034" y="5304358"/>
            <a:ext cx="3311788" cy="707694"/>
          </a:xfrm>
        </p:spPr>
        <p:txBody>
          <a:bodyPr wrap="square" lIns="91440" rIns="91440" anchor="ctr">
            <a:spAutoFit/>
          </a:bodyPr>
          <a:lstStyle>
            <a:lvl1pPr marL="238115" indent="-23811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33">
                <a:solidFill>
                  <a:schemeClr val="bg1"/>
                </a:solidFill>
                <a:latin typeface="+mn-lt"/>
              </a:defRPr>
            </a:lvl1pPr>
            <a:lvl2pPr>
              <a:defRPr sz="1333" b="0">
                <a:solidFill>
                  <a:schemeClr val="bg1"/>
                </a:solidFill>
                <a:latin typeface="+mn-lt"/>
              </a:defRPr>
            </a:lvl2pPr>
            <a:lvl3pPr>
              <a:defRPr sz="1333">
                <a:solidFill>
                  <a:schemeClr val="bg1"/>
                </a:solidFill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</a:t>
            </a:r>
          </a:p>
        </p:txBody>
      </p:sp>
    </p:spTree>
    <p:extLst>
      <p:ext uri="{BB962C8B-B14F-4D97-AF65-F5344CB8AC3E}">
        <p14:creationId xmlns:p14="http://schemas.microsoft.com/office/powerpoint/2010/main" val="161521628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quadra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D5E757-AC13-E6E2-4D1A-04039A82BA7C}"/>
              </a:ext>
            </a:extLst>
          </p:cNvPr>
          <p:cNvSpPr/>
          <p:nvPr/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accent6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BB547-C946-DDDC-8571-67F89157FE5E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accent6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4073C16-D32C-FDF6-48C6-9A611627BB14}"/>
              </a:ext>
            </a:extLst>
          </p:cNvPr>
          <p:cNvSpPr/>
          <p:nvPr/>
        </p:nvSpPr>
        <p:spPr>
          <a:xfrm>
            <a:off x="4374270" y="1707270"/>
            <a:ext cx="3443460" cy="34434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accent6"/>
              </a:solidFill>
            </a:endParaRP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0728286-5F2A-CD3C-592C-B2D6DD8603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5327" y="2589246"/>
            <a:ext cx="3001348" cy="1679509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 b="1" i="0">
                <a:solidFill>
                  <a:schemeClr val="bg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Headline here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F12A6443-8BEE-A60B-530F-2D2AA50134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28222"/>
            <a:ext cx="3803781" cy="424412"/>
          </a:xfrm>
        </p:spPr>
        <p:txBody>
          <a:bodyPr anchor="t">
            <a:spAutoFit/>
          </a:bodyPr>
          <a:lstStyle>
            <a:lvl1pPr marL="0" indent="0" algn="l"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6BDCA1B-A547-4A77-FB45-C5224928C6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7730" y="428222"/>
            <a:ext cx="3915092" cy="424412"/>
          </a:xfrm>
        </p:spPr>
        <p:txBody>
          <a:bodyPr anchor="t">
            <a:spAutoFit/>
          </a:bodyPr>
          <a:lstStyle>
            <a:lvl1pPr marL="0" indent="0" algn="r"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3B9AA82-587E-8553-47D5-4A66446F97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846941"/>
            <a:ext cx="3803781" cy="424412"/>
          </a:xfrm>
        </p:spPr>
        <p:txBody>
          <a:bodyPr anchor="t">
            <a:spAutoFit/>
          </a:bodyPr>
          <a:lstStyle>
            <a:lvl1pPr marL="0" indent="0" algn="l"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DC502F5-F11C-6B20-DE15-C2C0AE660E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34802" y="3846941"/>
            <a:ext cx="3898020" cy="424412"/>
          </a:xfrm>
        </p:spPr>
        <p:txBody>
          <a:bodyPr anchor="t">
            <a:spAutoFit/>
          </a:bodyPr>
          <a:lstStyle>
            <a:lvl1pPr marL="0" indent="0" algn="r">
              <a:buNone/>
              <a:defRPr sz="2333" b="0" i="0">
                <a:solidFill>
                  <a:schemeClr val="accent1"/>
                </a:solidFill>
                <a:latin typeface="Source Sans 3" panose="020B0303030403020204" pitchFamily="34" charset="0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393C8DB-E22F-BAF5-8FB9-4E85340DD7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1137589"/>
            <a:ext cx="3803781" cy="1164383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>
              <a:defRPr sz="1500" b="0"/>
            </a:lvl2pPr>
            <a:lvl3pPr>
              <a:defRPr sz="1500" b="0"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E9D24932-9C60-4425-45BC-3EEA3F71A9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7730" y="1137589"/>
            <a:ext cx="3915092" cy="1164383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>
              <a:defRPr sz="1500" b="0"/>
            </a:lvl2pPr>
            <a:lvl3pPr>
              <a:defRPr sz="1500" b="0"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endParaRPr lang="en-US"/>
          </a:p>
          <a:p>
            <a:pPr lvl="0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11051E5-F7AE-17A9-2478-47D1A7A8E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EDE136-EDAF-81BF-33BB-A148F3798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6322CF5-B03C-D588-DD77-CCDA612F56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92025-7080-BC8A-ABB3-7CE716A1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2CF602C-DC37-02BA-D175-00C1FC3C92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4568539"/>
            <a:ext cx="3803781" cy="1164383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>
              <a:defRPr sz="1500" b="0"/>
            </a:lvl2pPr>
            <a:lvl3pPr>
              <a:defRPr sz="1500" b="0"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r>
              <a:rPr lang="en-US"/>
              <a:t>.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BDC9F7F-BB5A-BC54-A29F-EF5EA94B51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17730" y="4568539"/>
            <a:ext cx="3915092" cy="1164383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500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defRPr>
            </a:lvl1pPr>
            <a:lvl2pPr>
              <a:defRPr sz="1500" b="0"/>
            </a:lvl2pPr>
            <a:lvl3pPr>
              <a:defRPr sz="1500" b="0"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Aenean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Aenean </a:t>
            </a:r>
            <a:r>
              <a:rPr lang="en-US" err="1"/>
              <a:t>massa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9288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takeaways ">
    <p:bg>
      <p:bgPr>
        <a:gradFill>
          <a:gsLst>
            <a:gs pos="0">
              <a:schemeClr val="tx2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2153787-D518-F3A9-6294-894384725E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4500" y="412750"/>
            <a:ext cx="5230394" cy="5968999"/>
          </a:xfrm>
        </p:spPr>
        <p:txBody>
          <a:bodyPr wrap="square" anchor="ctr">
            <a:noAutofit/>
          </a:bodyPr>
          <a:lstStyle>
            <a:lvl1pPr algn="l">
              <a:defRPr sz="6666">
                <a:solidFill>
                  <a:schemeClr val="bg1"/>
                </a:solidFill>
              </a:defRPr>
            </a:lvl1pPr>
          </a:lstStyle>
          <a:p>
            <a:r>
              <a:rPr lang="en-US"/>
              <a:t>Key takeaways</a:t>
            </a:r>
            <a:br>
              <a:rPr lang="en-US"/>
            </a:br>
            <a:r>
              <a:rPr lang="en-US"/>
              <a:t>or CTAs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FC79F7A-BEDD-BE8F-598B-689DD0F827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82902" y="1172075"/>
            <a:ext cx="5015190" cy="451342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each point clear and concise.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4E42772F-D4FA-DDD0-3126-C6433021D7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99973" y="3189636"/>
            <a:ext cx="5015190" cy="451342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Avoid typing paragraphs.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29EDBF42-7FD8-8049-1E9C-45D2067505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99973" y="5049517"/>
            <a:ext cx="5015190" cy="810350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sure each point is relevant to your audience.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E88FA70-5674-5804-B93D-E13C48CFF4D8}"/>
              </a:ext>
            </a:extLst>
          </p:cNvPr>
          <p:cNvCxnSpPr>
            <a:cxnSpLocks/>
          </p:cNvCxnSpPr>
          <p:nvPr/>
        </p:nvCxnSpPr>
        <p:spPr>
          <a:xfrm>
            <a:off x="6517107" y="2367202"/>
            <a:ext cx="5181600" cy="0"/>
          </a:xfrm>
          <a:prstGeom prst="line">
            <a:avLst/>
          </a:prstGeom>
          <a:ln w="1905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498BFC-9EA6-E832-FB59-A79FED9BA968}"/>
              </a:ext>
            </a:extLst>
          </p:cNvPr>
          <p:cNvCxnSpPr>
            <a:cxnSpLocks/>
          </p:cNvCxnSpPr>
          <p:nvPr/>
        </p:nvCxnSpPr>
        <p:spPr>
          <a:xfrm>
            <a:off x="6516492" y="4403626"/>
            <a:ext cx="5181600" cy="0"/>
          </a:xfrm>
          <a:prstGeom prst="line">
            <a:avLst/>
          </a:prstGeom>
          <a:ln w="19050">
            <a:solidFill>
              <a:srgbClr val="B09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97E1F51-57B2-7D52-63A8-D02E22C6C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8EF3A4-ED3E-C761-B6F9-8DD2BF709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2054CD0-A7B2-99B4-87F4-0EF5EFCD93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AAD787DF-6552-AFA3-E94D-E89DDE78B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91105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2B34EF2-E4BB-4B66-F91F-4F6842E9C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D401A-108D-D748-E0AA-BF9F6D4C5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93730CC-0867-C3E4-36C9-948680D5D1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FFBF8-FE0B-65F9-714E-B154E9FC5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95267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86BE59F-45D9-3B7A-E1B0-29922326C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F671E-EC8C-5068-5102-355927FE7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9F3682A-3FDF-8F52-411D-FD74767357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95583-DF18-60C8-9D72-034E690F5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21491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Thank you">
    <p:bg>
      <p:bgPr>
        <a:gradFill>
          <a:gsLst>
            <a:gs pos="0">
              <a:schemeClr val="tx2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C34839-CB14-F790-47AF-C79ABE693C31}"/>
              </a:ext>
            </a:extLst>
          </p:cNvPr>
          <p:cNvSpPr txBox="1"/>
          <p:nvPr/>
        </p:nvSpPr>
        <p:spPr>
          <a:xfrm>
            <a:off x="2735705" y="2653147"/>
            <a:ext cx="6907968" cy="156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583" b="1" i="0">
                <a:solidFill>
                  <a:schemeClr val="bg1"/>
                </a:solidFill>
                <a:latin typeface="Source Sans 3" panose="020B0303030403020204" pitchFamily="34" charset="0"/>
              </a:rPr>
              <a:t>Thank you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7E55B8FB-0CE3-98DF-1A42-63060E2986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189" y="444500"/>
            <a:ext cx="2183623" cy="43463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CFD78C5-6D8C-1BCE-0E1C-449B2F6AE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D9485-5AAD-0A67-E95D-CF88E72F0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E91018D-1EB5-D545-F704-CDFF8964DF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353CFD-C719-8DC8-02E6-1CB5EAA8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05941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C34839-CB14-F790-47AF-C79ABE693C31}"/>
              </a:ext>
            </a:extLst>
          </p:cNvPr>
          <p:cNvSpPr txBox="1"/>
          <p:nvPr/>
        </p:nvSpPr>
        <p:spPr>
          <a:xfrm>
            <a:off x="2735705" y="2653147"/>
            <a:ext cx="6907968" cy="156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583" b="1" i="0">
                <a:solidFill>
                  <a:schemeClr val="bg1"/>
                </a:solidFill>
                <a:latin typeface="Source Sans 3" panose="020B0303030403020204" pitchFamily="34" charset="0"/>
              </a:rPr>
              <a:t>Thank you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7E55B8FB-0CE3-98DF-1A42-63060E2986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189" y="444500"/>
            <a:ext cx="2183623" cy="43463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CFD78C5-6D8C-1BCE-0E1C-449B2F6AE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D9485-5AAD-0A67-E95D-CF88E72F0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E91018D-1EB5-D545-F704-CDFF8964DF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353CFD-C719-8DC8-02E6-1CB5EAA8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92054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C34839-CB14-F790-47AF-C79ABE693C31}"/>
              </a:ext>
            </a:extLst>
          </p:cNvPr>
          <p:cNvSpPr txBox="1"/>
          <p:nvPr/>
        </p:nvSpPr>
        <p:spPr>
          <a:xfrm>
            <a:off x="2735705" y="2653147"/>
            <a:ext cx="6907968" cy="156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583" b="1" i="0">
                <a:solidFill>
                  <a:schemeClr val="accent1"/>
                </a:solidFill>
                <a:latin typeface="Source Sans 3" panose="020B0303030403020204" pitchFamily="34" charset="0"/>
              </a:rPr>
              <a:t>Thank you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CFD78C5-6D8C-1BCE-0E1C-449B2F6AE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D9485-5AAD-0A67-E95D-CF88E72F0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E91018D-1EB5-D545-F704-CDFF8964DF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353CFD-C719-8DC8-02E6-1CB5EAA8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CB7C5476-28BF-1C9F-36E2-EF8F49161B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918" y="444500"/>
            <a:ext cx="2182166" cy="43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265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_logo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7E55B8FB-0CE3-98DF-1A42-63060E2986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5394" y="2582956"/>
            <a:ext cx="8501213" cy="1692088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E8CB553-D3EB-B06D-FBF7-83B292CF9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41AB8-C149-3BDC-0C87-3CAE5908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AD43ABB-CFA9-65C7-1E32-BD7F8C339A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696AC2-7904-9A5F-4498-C56EACE73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47613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logo only">
    <p:bg>
      <p:bgPr>
        <a:gradFill>
          <a:gsLst>
            <a:gs pos="0">
              <a:schemeClr val="tx2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7E55B8FB-0CE3-98DF-1A42-63060E2986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5394" y="2582956"/>
            <a:ext cx="8501213" cy="1692088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E8CB553-D3EB-B06D-FBF7-83B292CF9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bg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41AB8-C149-3BDC-0C87-3CAE5908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bg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bg1"/>
              </a:solidFill>
              <a:latin typeface="Source Sans 3" panose="020B0303030403020204" pitchFamily="34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AD43ABB-CFA9-65C7-1E32-BD7F8C339A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bg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696AC2-7904-9A5F-4498-C56EACE73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bg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bg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51156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log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C0EB3138-5C63-C193-012E-9E65B632C35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6517" y="2583180"/>
            <a:ext cx="8498967" cy="169164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006FAC3-B10D-D06A-764F-C989440E7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13622" y="6608613"/>
            <a:ext cx="121920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33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©</a:t>
            </a:r>
            <a:r>
              <a:rPr lang="de-DE" sz="833" b="0" i="0" kern="1200" baseline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 </a:t>
            </a:r>
            <a:r>
              <a:rPr lang="en-US" sz="667" b="0" i="0">
                <a:solidFill>
                  <a:schemeClr val="tx1"/>
                </a:solidFill>
                <a:latin typeface="Source Sans 3" panose="020B0303030403020204" pitchFamily="34" charset="0"/>
                <a:ea typeface="Source Sans Pro" panose="020B0503030403020204" pitchFamily="34" charset="0"/>
              </a:rPr>
              <a:t>athenahealth</a:t>
            </a:r>
            <a:endParaRPr lang="en-US" sz="833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D53E1-B05A-F209-8997-28FF201E4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732822" y="6606372"/>
            <a:ext cx="459178" cy="2493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B1EEED1B-31D8-8743-AD41-F96ECB43BA46}" type="slidenum">
              <a:rPr lang="en-US" sz="750" b="0" i="0" smtClean="0">
                <a:solidFill>
                  <a:schemeClr val="tx1"/>
                </a:solidFill>
                <a:latin typeface="Source Sans 3" panose="020B0303030403020204" pitchFamily="34" charset="0"/>
              </a:rPr>
              <a:pPr algn="ctr"/>
              <a:t>‹#›</a:t>
            </a:fld>
            <a:endParaRPr lang="en-US" sz="750" b="0" i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3BC4B9C-8321-B90F-B7B3-D4B7B81E28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08613"/>
            <a:ext cx="8933234" cy="249387"/>
          </a:xfrm>
        </p:spPr>
        <p:txBody>
          <a:bodyPr lIns="91440" tIns="91440" rIns="91440" bIns="9144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tabLst/>
              <a:defRPr lang="en-US" sz="750" b="0" i="0" smtClean="0">
                <a:solidFill>
                  <a:schemeClr val="tx1"/>
                </a:solidFill>
                <a:effectLst/>
                <a:latin typeface="Source Sans 3" panose="020B0303030403020204" pitchFamily="34" charset="0"/>
              </a:defRPr>
            </a:lvl1pPr>
            <a:lvl2pPr marL="380985" indent="0">
              <a:buNone/>
              <a:defRPr sz="667"/>
            </a:lvl2pPr>
            <a:lvl3pPr marL="761970" indent="0">
              <a:buNone/>
              <a:defRPr sz="667"/>
            </a:lvl3pPr>
            <a:lvl4pPr marL="1142954" indent="0">
              <a:buNone/>
              <a:defRPr sz="667"/>
            </a:lvl4pPr>
            <a:lvl5pPr marL="1523939" indent="0">
              <a:buNone/>
              <a:defRPr sz="667"/>
            </a:lvl5pPr>
          </a:lstStyle>
          <a:p>
            <a:pPr lvl="0"/>
            <a:r>
              <a:rPr lang="en-US"/>
              <a:t>Sources and citations aren’t just for English majors, data nerds, and legal teams — they’re for you, too. Want more info? Visit the brand guidelines.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BCC35E8-50BF-DF72-92A3-A94670197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390434" y="6606372"/>
            <a:ext cx="1263990" cy="249387"/>
          </a:xfrm>
          <a:prstGeom prst="rect">
            <a:avLst/>
          </a:prstGeom>
        </p:spPr>
        <p:txBody>
          <a:bodyPr vert="horz" lIns="108852" tIns="54426" rIns="108852" bIns="54426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ln>
                  <a:noFill/>
                </a:ln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67" b="0" i="0" kern="1200">
                <a:ln>
                  <a:noFill/>
                </a:ln>
                <a:solidFill>
                  <a:schemeClr val="tx1"/>
                </a:solidFill>
                <a:effectLst/>
                <a:latin typeface="Source Sans 3" panose="020B0303030403020204" pitchFamily="34" charset="0"/>
                <a:ea typeface="Source Sans Pro" panose="020B0503030403020204" pitchFamily="34" charset="0"/>
                <a:cs typeface="Arial" charset="0"/>
              </a:rPr>
              <a:t>Confidential and proprietary</a:t>
            </a:r>
            <a:endParaRPr lang="en-US" sz="667" b="0" i="0">
              <a:solidFill>
                <a:schemeClr val="tx1"/>
              </a:solidFill>
              <a:latin typeface="Source Sans 3" panose="020B03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20675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63" Type="http://schemas.openxmlformats.org/officeDocument/2006/relationships/slideLayout" Target="../slideLayouts/slideLayout74.xml"/><Relationship Id="rId68" Type="http://schemas.openxmlformats.org/officeDocument/2006/relationships/slideLayout" Target="../slideLayouts/slideLayout79.xml"/><Relationship Id="rId84" Type="http://schemas.openxmlformats.org/officeDocument/2006/relationships/slideLayout" Target="../slideLayouts/slideLayout95.xml"/><Relationship Id="rId89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27.xml"/><Relationship Id="rId107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74" Type="http://schemas.openxmlformats.org/officeDocument/2006/relationships/slideLayout" Target="../slideLayouts/slideLayout85.xml"/><Relationship Id="rId79" Type="http://schemas.openxmlformats.org/officeDocument/2006/relationships/slideLayout" Target="../slideLayouts/slideLayout90.xml"/><Relationship Id="rId102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6.xml"/><Relationship Id="rId90" Type="http://schemas.openxmlformats.org/officeDocument/2006/relationships/slideLayout" Target="../slideLayouts/slideLayout101.xml"/><Relationship Id="rId95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64" Type="http://schemas.openxmlformats.org/officeDocument/2006/relationships/slideLayout" Target="../slideLayouts/slideLayout75.xml"/><Relationship Id="rId69" Type="http://schemas.openxmlformats.org/officeDocument/2006/relationships/slideLayout" Target="../slideLayouts/slideLayout80.xml"/><Relationship Id="rId80" Type="http://schemas.openxmlformats.org/officeDocument/2006/relationships/slideLayout" Target="../slideLayouts/slideLayout91.xml"/><Relationship Id="rId85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59" Type="http://schemas.openxmlformats.org/officeDocument/2006/relationships/slideLayout" Target="../slideLayouts/slideLayout70.xml"/><Relationship Id="rId103" Type="http://schemas.openxmlformats.org/officeDocument/2006/relationships/slideLayout" Target="../slideLayouts/slideLayout114.xml"/><Relationship Id="rId108" Type="http://schemas.openxmlformats.org/officeDocument/2006/relationships/slideLayout" Target="../slideLayouts/slideLayout119.xml"/><Relationship Id="rId54" Type="http://schemas.openxmlformats.org/officeDocument/2006/relationships/slideLayout" Target="../slideLayouts/slideLayout65.xml"/><Relationship Id="rId70" Type="http://schemas.openxmlformats.org/officeDocument/2006/relationships/slideLayout" Target="../slideLayouts/slideLayout81.xml"/><Relationship Id="rId75" Type="http://schemas.openxmlformats.org/officeDocument/2006/relationships/slideLayout" Target="../slideLayouts/slideLayout86.xml"/><Relationship Id="rId91" Type="http://schemas.openxmlformats.org/officeDocument/2006/relationships/slideLayout" Target="../slideLayouts/slideLayout102.xml"/><Relationship Id="rId96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6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slideLayout" Target="../slideLayouts/slideLayout76.xml"/><Relationship Id="rId73" Type="http://schemas.openxmlformats.org/officeDocument/2006/relationships/slideLayout" Target="../slideLayouts/slideLayout84.xml"/><Relationship Id="rId78" Type="http://schemas.openxmlformats.org/officeDocument/2006/relationships/slideLayout" Target="../slideLayouts/slideLayout89.xml"/><Relationship Id="rId81" Type="http://schemas.openxmlformats.org/officeDocument/2006/relationships/slideLayout" Target="../slideLayouts/slideLayout92.xml"/><Relationship Id="rId86" Type="http://schemas.openxmlformats.org/officeDocument/2006/relationships/slideLayout" Target="../slideLayouts/slideLayout97.xml"/><Relationship Id="rId94" Type="http://schemas.openxmlformats.org/officeDocument/2006/relationships/slideLayout" Target="../slideLayouts/slideLayout105.xml"/><Relationship Id="rId99" Type="http://schemas.openxmlformats.org/officeDocument/2006/relationships/slideLayout" Target="../slideLayouts/slideLayout110.xml"/><Relationship Id="rId101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109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45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6" Type="http://schemas.openxmlformats.org/officeDocument/2006/relationships/slideLayout" Target="../slideLayouts/slideLayout87.xml"/><Relationship Id="rId97" Type="http://schemas.openxmlformats.org/officeDocument/2006/relationships/slideLayout" Target="../slideLayouts/slideLayout108.xml"/><Relationship Id="rId104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8.xml"/><Relationship Id="rId71" Type="http://schemas.openxmlformats.org/officeDocument/2006/relationships/slideLayout" Target="../slideLayouts/slideLayout82.xml"/><Relationship Id="rId92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35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66" Type="http://schemas.openxmlformats.org/officeDocument/2006/relationships/slideLayout" Target="../slideLayouts/slideLayout77.xml"/><Relationship Id="rId87" Type="http://schemas.openxmlformats.org/officeDocument/2006/relationships/slideLayout" Target="../slideLayouts/slideLayout98.xml"/><Relationship Id="rId110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72.xml"/><Relationship Id="rId82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56" Type="http://schemas.openxmlformats.org/officeDocument/2006/relationships/slideLayout" Target="../slideLayouts/slideLayout67.xml"/><Relationship Id="rId77" Type="http://schemas.openxmlformats.org/officeDocument/2006/relationships/slideLayout" Target="../slideLayouts/slideLayout88.xml"/><Relationship Id="rId100" Type="http://schemas.openxmlformats.org/officeDocument/2006/relationships/slideLayout" Target="../slideLayouts/slideLayout111.xml"/><Relationship Id="rId105" Type="http://schemas.openxmlformats.org/officeDocument/2006/relationships/slideLayout" Target="../slideLayouts/slideLayout116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93" Type="http://schemas.openxmlformats.org/officeDocument/2006/relationships/slideLayout" Target="../slideLayouts/slideLayout104.xml"/><Relationship Id="rId98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4.xml"/><Relationship Id="rId25" Type="http://schemas.openxmlformats.org/officeDocument/2006/relationships/slideLayout" Target="../slideLayouts/slideLayout36.xml"/><Relationship Id="rId46" Type="http://schemas.openxmlformats.org/officeDocument/2006/relationships/slideLayout" Target="../slideLayouts/slideLayout57.xml"/><Relationship Id="rId67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62" Type="http://schemas.openxmlformats.org/officeDocument/2006/relationships/slideLayout" Target="../slideLayouts/slideLayout73.xml"/><Relationship Id="rId83" Type="http://schemas.openxmlformats.org/officeDocument/2006/relationships/slideLayout" Target="../slideLayouts/slideLayout94.xml"/><Relationship Id="rId88" Type="http://schemas.openxmlformats.org/officeDocument/2006/relationships/slideLayout" Target="../slideLayouts/slideLayout99.xml"/><Relationship Id="rId1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444500"/>
            <a:ext cx="11239500" cy="124618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825625"/>
            <a:ext cx="11239500" cy="4524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Header 2 [Source Sans 3 regular, 28 pt]</a:t>
            </a:r>
          </a:p>
          <a:p>
            <a:pPr lvl="1"/>
            <a:r>
              <a:rPr lang="en-US"/>
              <a:t>Header 3 [Source Sans 3 bold, 20 pt]</a:t>
            </a:r>
          </a:p>
          <a:p>
            <a:pPr lvl="2"/>
            <a:r>
              <a:rPr lang="en-US"/>
              <a:t>Body text [Source Sans 3 regular, 18 pt]</a:t>
            </a:r>
          </a:p>
        </p:txBody>
      </p:sp>
    </p:spTree>
    <p:extLst>
      <p:ext uri="{BB962C8B-B14F-4D97-AF65-F5344CB8AC3E}">
        <p14:creationId xmlns:p14="http://schemas.microsoft.com/office/powerpoint/2010/main" val="291216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  <p:sldLayoutId id="2147483707" r:id="rId34"/>
    <p:sldLayoutId id="2147483708" r:id="rId35"/>
    <p:sldLayoutId id="2147483709" r:id="rId36"/>
    <p:sldLayoutId id="2147483710" r:id="rId37"/>
    <p:sldLayoutId id="2147483711" r:id="rId38"/>
    <p:sldLayoutId id="2147483712" r:id="rId39"/>
    <p:sldLayoutId id="2147483713" r:id="rId40"/>
    <p:sldLayoutId id="2147483714" r:id="rId41"/>
    <p:sldLayoutId id="2147483715" r:id="rId42"/>
    <p:sldLayoutId id="2147483716" r:id="rId43"/>
    <p:sldLayoutId id="2147483717" r:id="rId44"/>
    <p:sldLayoutId id="2147483718" r:id="rId45"/>
    <p:sldLayoutId id="2147483719" r:id="rId46"/>
    <p:sldLayoutId id="2147483720" r:id="rId47"/>
    <p:sldLayoutId id="2147483721" r:id="rId48"/>
    <p:sldLayoutId id="2147483722" r:id="rId49"/>
    <p:sldLayoutId id="2147483723" r:id="rId50"/>
    <p:sldLayoutId id="2147483724" r:id="rId51"/>
    <p:sldLayoutId id="2147483725" r:id="rId52"/>
    <p:sldLayoutId id="2147483726" r:id="rId53"/>
    <p:sldLayoutId id="2147483727" r:id="rId54"/>
    <p:sldLayoutId id="2147483728" r:id="rId55"/>
    <p:sldLayoutId id="2147483729" r:id="rId56"/>
    <p:sldLayoutId id="2147483730" r:id="rId57"/>
    <p:sldLayoutId id="2147483731" r:id="rId58"/>
    <p:sldLayoutId id="2147483732" r:id="rId59"/>
    <p:sldLayoutId id="2147483733" r:id="rId60"/>
    <p:sldLayoutId id="2147483734" r:id="rId61"/>
    <p:sldLayoutId id="2147483735" r:id="rId62"/>
    <p:sldLayoutId id="2147483736" r:id="rId63"/>
    <p:sldLayoutId id="2147483737" r:id="rId64"/>
    <p:sldLayoutId id="2147483738" r:id="rId65"/>
    <p:sldLayoutId id="2147483739" r:id="rId66"/>
    <p:sldLayoutId id="2147483740" r:id="rId67"/>
    <p:sldLayoutId id="2147483741" r:id="rId68"/>
    <p:sldLayoutId id="2147483742" r:id="rId69"/>
    <p:sldLayoutId id="2147483743" r:id="rId70"/>
    <p:sldLayoutId id="2147483744" r:id="rId71"/>
    <p:sldLayoutId id="2147483745" r:id="rId72"/>
    <p:sldLayoutId id="2147483746" r:id="rId73"/>
    <p:sldLayoutId id="2147483747" r:id="rId74"/>
    <p:sldLayoutId id="2147483748" r:id="rId75"/>
    <p:sldLayoutId id="2147483749" r:id="rId76"/>
    <p:sldLayoutId id="2147483750" r:id="rId77"/>
    <p:sldLayoutId id="2147483751" r:id="rId78"/>
    <p:sldLayoutId id="2147483752" r:id="rId79"/>
    <p:sldLayoutId id="2147483753" r:id="rId80"/>
    <p:sldLayoutId id="2147483754" r:id="rId81"/>
    <p:sldLayoutId id="2147483755" r:id="rId82"/>
    <p:sldLayoutId id="2147483756" r:id="rId83"/>
    <p:sldLayoutId id="2147483757" r:id="rId84"/>
    <p:sldLayoutId id="2147483758" r:id="rId85"/>
    <p:sldLayoutId id="2147483759" r:id="rId86"/>
    <p:sldLayoutId id="2147483760" r:id="rId87"/>
    <p:sldLayoutId id="2147483761" r:id="rId88"/>
    <p:sldLayoutId id="2147483762" r:id="rId89"/>
    <p:sldLayoutId id="2147483763" r:id="rId90"/>
    <p:sldLayoutId id="2147483764" r:id="rId91"/>
    <p:sldLayoutId id="2147483765" r:id="rId92"/>
    <p:sldLayoutId id="2147483766" r:id="rId93"/>
    <p:sldLayoutId id="2147483767" r:id="rId94"/>
    <p:sldLayoutId id="2147483768" r:id="rId95"/>
    <p:sldLayoutId id="2147483769" r:id="rId96"/>
    <p:sldLayoutId id="2147483770" r:id="rId97"/>
    <p:sldLayoutId id="2147483771" r:id="rId98"/>
    <p:sldLayoutId id="2147483772" r:id="rId99"/>
    <p:sldLayoutId id="2147483773" r:id="rId100"/>
    <p:sldLayoutId id="2147483774" r:id="rId101"/>
    <p:sldLayoutId id="2147483775" r:id="rId102"/>
    <p:sldLayoutId id="2147483776" r:id="rId103"/>
    <p:sldLayoutId id="2147483777" r:id="rId104"/>
    <p:sldLayoutId id="2147483778" r:id="rId105"/>
    <p:sldLayoutId id="2147483779" r:id="rId106"/>
    <p:sldLayoutId id="2147483780" r:id="rId107"/>
    <p:sldLayoutId id="2147483781" r:id="rId108"/>
    <p:sldLayoutId id="2147483782" r:id="rId109"/>
    <p:sldLayoutId id="2147483783" r:id="rId110"/>
  </p:sldLayoutIdLst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accent1"/>
          </a:solidFill>
          <a:latin typeface="Source Sans 3" panose="020B0303030403020204" pitchFamily="34" charset="0"/>
          <a:ea typeface="+mj-ea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333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1pPr>
      <a:lvl2pPr marL="68577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67" b="1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67" b="0" i="0" kern="1200">
          <a:solidFill>
            <a:schemeClr val="bg1"/>
          </a:solidFill>
          <a:latin typeface="Source Sans 3" panose="020B0303030403020204" pitchFamily="34" charset="0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">
          <p15:clr>
            <a:srgbClr val="F26B43"/>
          </p15:clr>
        </p15:guide>
        <p15:guide id="2" pos="8856">
          <p15:clr>
            <a:srgbClr val="F26B43"/>
          </p15:clr>
        </p15:guide>
        <p15:guide id="3" orient="horz" pos="4824">
          <p15:clr>
            <a:srgbClr val="F26B43"/>
          </p15:clr>
        </p15:guide>
        <p15:guide id="4" pos="3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6_2F4ADEFF.xml"/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F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EAD7A-F9B0-7A1B-6E5E-0AC208BD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DBC9D2C-4CE3-EB99-74EC-FFA03B7FF1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716" t="53689" r="38865" b="4066"/>
          <a:stretch>
            <a:fillRect/>
          </a:stretch>
        </p:blipFill>
        <p:spPr>
          <a:xfrm>
            <a:off x="1727633" y="1"/>
            <a:ext cx="10462781" cy="666205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109C25C-35A0-3CE7-F531-DBE4E340B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247" t="-766" r="-7650" b="39439"/>
          <a:stretch>
            <a:fillRect/>
          </a:stretch>
        </p:blipFill>
        <p:spPr>
          <a:xfrm>
            <a:off x="1589" y="-1268344"/>
            <a:ext cx="8168841" cy="812634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DCF720C-0CFC-9A92-5D62-6D51EBD38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53" t="-2787" r="8253" b="63563"/>
          <a:stretch>
            <a:fillRect/>
          </a:stretch>
        </p:blipFill>
        <p:spPr>
          <a:xfrm>
            <a:off x="3872845" y="3247000"/>
            <a:ext cx="8317569" cy="361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1AB5A9-9F7C-0FBF-7335-8615F7F7DC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557" b="13559"/>
          <a:stretch>
            <a:fillRect/>
          </a:stretch>
        </p:blipFill>
        <p:spPr>
          <a:xfrm>
            <a:off x="1324202" y="0"/>
            <a:ext cx="9409544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8A8E2B1-E996-CCB9-FBC3-1A212FDF7243}"/>
              </a:ext>
            </a:extLst>
          </p:cNvPr>
          <p:cNvGrpSpPr/>
          <p:nvPr/>
        </p:nvGrpSpPr>
        <p:grpSpPr>
          <a:xfrm>
            <a:off x="3138724" y="779257"/>
            <a:ext cx="5435135" cy="687139"/>
            <a:chOff x="1123026" y="2224942"/>
            <a:chExt cx="5003280" cy="63254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843542-9AD2-D2C1-6FB5-3F3A46781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84882" y="2224942"/>
              <a:ext cx="1341424" cy="632542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4AE0102-0F71-C462-04D6-915FA864AB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3026" y="2224942"/>
              <a:ext cx="2638042" cy="63254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4065517-F0D9-205A-9FEA-5CF7DEE0D067}"/>
              </a:ext>
            </a:extLst>
          </p:cNvPr>
          <p:cNvSpPr txBox="1"/>
          <p:nvPr/>
        </p:nvSpPr>
        <p:spPr>
          <a:xfrm>
            <a:off x="1833108" y="2646384"/>
            <a:ext cx="83427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/>
            <a:r>
              <a:rPr lang="en-US" sz="5400">
                <a:solidFill>
                  <a:prstClr val="white"/>
                </a:solidFill>
                <a:latin typeface="Source Sans 3" panose="020B0303030403020204" pitchFamily="34" charset="0"/>
              </a:rPr>
              <a:t>AI for Healthcare</a:t>
            </a:r>
          </a:p>
          <a:p>
            <a:pPr algn="ctr" defTabSz="457182"/>
            <a:r>
              <a:rPr lang="en-US" sz="5400">
                <a:solidFill>
                  <a:prstClr val="white"/>
                </a:solidFill>
                <a:latin typeface="Source Sans 3" panose="020B0303030403020204" pitchFamily="34" charset="0"/>
              </a:rPr>
              <a:t>Hackathon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4831C-1D51-44ED-1091-F38BD5843C12}"/>
              </a:ext>
            </a:extLst>
          </p:cNvPr>
          <p:cNvSpPr txBox="1"/>
          <p:nvPr/>
        </p:nvSpPr>
        <p:spPr>
          <a:xfrm>
            <a:off x="1924641" y="4425212"/>
            <a:ext cx="8342719" cy="656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/>
            <a:r>
              <a:rPr lang="en-US" sz="3667">
                <a:solidFill>
                  <a:prstClr val="white"/>
                </a:solidFill>
                <a:latin typeface="Source Sans 3" panose="020B0303030403020204" pitchFamily="34" charset="0"/>
              </a:rPr>
              <a:t>&lt;team name&gt;</a:t>
            </a:r>
          </a:p>
        </p:txBody>
      </p:sp>
    </p:spTree>
    <p:extLst>
      <p:ext uri="{BB962C8B-B14F-4D97-AF65-F5344CB8AC3E}">
        <p14:creationId xmlns:p14="http://schemas.microsoft.com/office/powerpoint/2010/main" val="305310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65728-24B1-8C01-8286-F3A63969FD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6250" y="1059040"/>
            <a:ext cx="11239501" cy="1141140"/>
          </a:xfr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1"/>
          <a:lstStyle/>
          <a:p>
            <a:pPr marL="0" indent="0">
              <a:buNone/>
            </a:pPr>
            <a:r>
              <a:rPr lang="en-US" sz="1400" b="1" u="sng"/>
              <a:t>Participant Names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/>
              <a:t>A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/>
              <a:t>B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/>
              <a:t>C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/>
              <a:t>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56B2A0-8E84-371E-90C3-1EEE4AED6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44501"/>
            <a:ext cx="11239501" cy="523220"/>
          </a:xfrm>
        </p:spPr>
        <p:txBody>
          <a:bodyPr/>
          <a:lstStyle/>
          <a:p>
            <a:r>
              <a:rPr lang="en-US" sz="2800"/>
              <a:t>Team Name: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C02C508-6A0B-B63E-4385-CE886163D637}"/>
              </a:ext>
            </a:extLst>
          </p:cNvPr>
          <p:cNvSpPr txBox="1">
            <a:spLocks/>
          </p:cNvSpPr>
          <p:nvPr/>
        </p:nvSpPr>
        <p:spPr>
          <a:xfrm>
            <a:off x="476249" y="3903440"/>
            <a:ext cx="5367983" cy="109865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numCol="1" rtlCol="0">
            <a:noAutofit/>
          </a:bodyPr>
          <a:lstStyle>
            <a:lvl1pPr marL="285739" indent="-285739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20" indent="-285739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71647" indent="-285739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Primary User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Who is the primary user of this workflow? (e.g. patients, clinicians, administrative staff, etc.)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Response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376E2D8-467B-5B6E-1FF2-4DBA26587CC3}"/>
              </a:ext>
            </a:extLst>
          </p:cNvPr>
          <p:cNvSpPr txBox="1">
            <a:spLocks/>
          </p:cNvSpPr>
          <p:nvPr/>
        </p:nvSpPr>
        <p:spPr>
          <a:xfrm>
            <a:off x="476249" y="2291499"/>
            <a:ext cx="5367983" cy="1506616"/>
          </a:xfrm>
          <a:prstGeom prst="rect">
            <a:avLst/>
          </a:prstGeom>
          <a:ln w="381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numCol="1" rtlCol="0">
            <a:noAutofit/>
          </a:bodyPr>
          <a:lstStyle>
            <a:lvl1pPr marL="285739" indent="-285739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20" indent="-285739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71647" indent="-285739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Challenge Track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Indicate which track your team selected:</a:t>
            </a:r>
          </a:p>
          <a:p>
            <a:pPr marL="285739" marR="0" lvl="0" indent="-285739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Patient Experience</a:t>
            </a:r>
          </a:p>
          <a:p>
            <a:pPr marL="285739" marR="0" lvl="0" indent="-285739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Encounter/Provider Experience</a:t>
            </a:r>
          </a:p>
          <a:p>
            <a:pPr marL="285739" marR="0" lvl="0" indent="-285739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Reduce Administrative Burden</a:t>
            </a:r>
          </a:p>
          <a:p>
            <a:pPr marL="285739" marR="0" lvl="0" indent="-285739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Improve Trust and Transparency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BF37840-C84E-E9CA-8C0E-BB9EE7F55751}"/>
              </a:ext>
            </a:extLst>
          </p:cNvPr>
          <p:cNvSpPr txBox="1">
            <a:spLocks/>
          </p:cNvSpPr>
          <p:nvPr/>
        </p:nvSpPr>
        <p:spPr>
          <a:xfrm>
            <a:off x="476249" y="5107418"/>
            <a:ext cx="5367983" cy="152198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numCol="1" rtlCol="0">
            <a:noAutofit/>
          </a:bodyPr>
          <a:lstStyle>
            <a:lvl1pPr marL="285739" indent="-285739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20" indent="-285739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71647" indent="-285739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Problem Statement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What is the pain point you are trying to solve?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3"/>
              <a:ea typeface="+mn-ea"/>
              <a:cs typeface="+mn-cs"/>
            </a:endParaRP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Response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E7FE2DD-156C-1153-BEA4-9281AEA1AD08}"/>
              </a:ext>
            </a:extLst>
          </p:cNvPr>
          <p:cNvSpPr txBox="1">
            <a:spLocks/>
          </p:cNvSpPr>
          <p:nvPr/>
        </p:nvSpPr>
        <p:spPr>
          <a:xfrm>
            <a:off x="6347770" y="2291499"/>
            <a:ext cx="5367983" cy="271059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numCol="1" rtlCol="0">
            <a:noAutofit/>
          </a:bodyPr>
          <a:lstStyle>
            <a:lvl1pPr marL="285739" indent="-285739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20" indent="-285739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71647" indent="-285739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Planned Demo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How are you planning to solve stated problem?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How does AI help in solving it?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Are there any unintended consequences?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3"/>
              <a:ea typeface="+mn-ea"/>
              <a:cs typeface="+mn-cs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286B978-0B49-D3A6-B988-30362855E5B8}"/>
              </a:ext>
            </a:extLst>
          </p:cNvPr>
          <p:cNvSpPr txBox="1">
            <a:spLocks/>
          </p:cNvSpPr>
          <p:nvPr/>
        </p:nvSpPr>
        <p:spPr>
          <a:xfrm>
            <a:off x="6347770" y="5107417"/>
            <a:ext cx="5367983" cy="152198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numCol="1" rtlCol="0">
            <a:noAutofit/>
          </a:bodyPr>
          <a:lstStyle>
            <a:lvl1pPr marL="285739" indent="-285739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20" indent="-285739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71647" indent="-285739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Success Metric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Identify one measurable success metric.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7934359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athenahealth Brand Template">
  <a:themeElements>
    <a:clrScheme name="athenahealth Brand">
      <a:dk1>
        <a:srgbClr val="000000"/>
      </a:dk1>
      <a:lt1>
        <a:srgbClr val="FFFFFF"/>
      </a:lt1>
      <a:dk2>
        <a:srgbClr val="160F41"/>
      </a:dk2>
      <a:lt2>
        <a:srgbClr val="F2ECDE"/>
      </a:lt2>
      <a:accent1>
        <a:srgbClr val="4E2C82"/>
      </a:accent1>
      <a:accent2>
        <a:srgbClr val="589C48"/>
      </a:accent2>
      <a:accent3>
        <a:srgbClr val="F3A61C"/>
      </a:accent3>
      <a:accent4>
        <a:srgbClr val="B3005B"/>
      </a:accent4>
      <a:accent5>
        <a:srgbClr val="23A9BE"/>
      </a:accent5>
      <a:accent6>
        <a:srgbClr val="0466B3"/>
      </a:accent6>
      <a:hlink>
        <a:srgbClr val="4E2C82"/>
      </a:hlink>
      <a:folHlink>
        <a:srgbClr val="000000"/>
      </a:folHlink>
    </a:clrScheme>
    <a:fontScheme name="Source Sans 3">
      <a:majorFont>
        <a:latin typeface="Source Sans 3"/>
        <a:ea typeface=""/>
        <a:cs typeface=""/>
      </a:majorFont>
      <a:minorFont>
        <a:latin typeface="Source Sans 3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25 Standard Brand PPT Template_R7_vfinal" id="{F1BF3CE6-2B5B-9E4A-B4E0-89DDC6F20781}" vid="{1A82DF27-63D4-064A-9C33-F8F0D9EFF58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2dc77c-39e1-4ddb-8579-6ff186918b42">
      <Terms xmlns="http://schemas.microsoft.com/office/infopath/2007/PartnerControls"/>
    </lcf76f155ced4ddcb4097134ff3c332f>
    <TaxCatchAll xmlns="ff2020fa-27f7-43c6-bca7-8023bf38609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D7EB25B50E5240AB640939FF434ACF" ma:contentTypeVersion="12" ma:contentTypeDescription="Create a new document." ma:contentTypeScope="" ma:versionID="097478a366f4ac6e52fddcd92bea09e6">
  <xsd:schema xmlns:xsd="http://www.w3.org/2001/XMLSchema" xmlns:xs="http://www.w3.org/2001/XMLSchema" xmlns:p="http://schemas.microsoft.com/office/2006/metadata/properties" xmlns:ns2="df2dc77c-39e1-4ddb-8579-6ff186918b42" xmlns:ns3="ff2020fa-27f7-43c6-bca7-8023bf38609a" targetNamespace="http://schemas.microsoft.com/office/2006/metadata/properties" ma:root="true" ma:fieldsID="c129a90c35ce9a74d74f63488e1b531b" ns2:_="" ns3:_="">
    <xsd:import namespace="df2dc77c-39e1-4ddb-8579-6ff186918b42"/>
    <xsd:import namespace="ff2020fa-27f7-43c6-bca7-8023bf386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TaxCatchAll" minOccurs="0"/>
                <xsd:element ref="ns2:MediaServiceOCR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2dc77c-39e1-4ddb-8579-6ff186918b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2cb95a6-6c9d-4bf1-93fb-99e5ef0807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2020fa-27f7-43c6-bca7-8023bf38609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38b45c-cd07-4914-b300-ea6e74525f31}" ma:internalName="TaxCatchAll" ma:showField="CatchAllData" ma:web="ff2020fa-27f7-43c6-bca7-8023bf386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479F9B-2992-4EEF-BEAA-3E20267C06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AF2F10-F7D6-410B-BB32-F17A79BE329E}">
  <ds:schemaRefs>
    <ds:schemaRef ds:uri="df2dc77c-39e1-4ddb-8579-6ff186918b42"/>
    <ds:schemaRef ds:uri="ff2020fa-27f7-43c6-bca7-8023bf38609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8D8FEBD-BFC2-40C8-B770-BDB2D1F1F68C}">
  <ds:schemaRefs>
    <ds:schemaRef ds:uri="df2dc77c-39e1-4ddb-8579-6ff186918b42"/>
    <ds:schemaRef ds:uri="ff2020fa-27f7-43c6-bca7-8023bf3860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office theme</vt:lpstr>
      <vt:lpstr>athenahealth Brand Template</vt:lpstr>
      <vt:lpstr>PowerPoint Presentation</vt:lpstr>
      <vt:lpstr>Team Name: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2026-05-27T14:58:23Z</dcterms:created>
  <dcterms:modified xsi:type="dcterms:W3CDTF">2026-05-27T15:01:58Z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0x01010070D7EB25B50E5240AB640939FF434ACF</vt:lpwstr>
  </property>
  <property fmtid="{D5CDD505-2E9C-101B-9397-08002B2CF9AE}" pid="3" name="MediaServiceImageTags">
    <vt:lpwstr/>
  </property>
</Properties>
</file>